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9" r:id="rId3"/>
    <p:sldId id="258" r:id="rId4"/>
    <p:sldId id="263" r:id="rId5"/>
    <p:sldId id="264" r:id="rId6"/>
    <p:sldId id="265" r:id="rId7"/>
    <p:sldId id="266" r:id="rId8"/>
    <p:sldId id="272" r:id="rId9"/>
    <p:sldId id="270" r:id="rId10"/>
    <p:sldId id="27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506B60-D3AD-40A7-A7A8-2FC096261905}" v="221" dt="2024-08-07T06:53:27.8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4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e Ausland" userId="aba57685-d7d9-45f9-a74d-a4b3d109653f" providerId="ADAL" clId="{E5506B60-D3AD-40A7-A7A8-2FC096261905}"/>
    <pc:docChg chg="undo custSel addSld delSld modSld sldOrd">
      <pc:chgData name="Tore Ausland" userId="aba57685-d7d9-45f9-a74d-a4b3d109653f" providerId="ADAL" clId="{E5506B60-D3AD-40A7-A7A8-2FC096261905}" dt="2024-08-07T07:01:25.491" v="2053" actId="13926"/>
      <pc:docMkLst>
        <pc:docMk/>
      </pc:docMkLst>
      <pc:sldChg chg="modSp">
        <pc:chgData name="Tore Ausland" userId="aba57685-d7d9-45f9-a74d-a4b3d109653f" providerId="ADAL" clId="{E5506B60-D3AD-40A7-A7A8-2FC096261905}" dt="2024-08-07T06:07:29.581" v="1" actId="20577"/>
        <pc:sldMkLst>
          <pc:docMk/>
          <pc:sldMk cId="2804791527" sldId="256"/>
        </pc:sldMkLst>
        <pc:spChg chg="mod">
          <ac:chgData name="Tore Ausland" userId="aba57685-d7d9-45f9-a74d-a4b3d109653f" providerId="ADAL" clId="{E5506B60-D3AD-40A7-A7A8-2FC096261905}" dt="2024-08-07T06:07:29.581" v="1" actId="20577"/>
          <ac:spMkLst>
            <pc:docMk/>
            <pc:sldMk cId="2804791527" sldId="256"/>
            <ac:spMk id="3" creationId="{7DC468D8-0E82-B54D-B804-21F84938880E}"/>
          </ac:spMkLst>
        </pc:spChg>
      </pc:sldChg>
      <pc:sldChg chg="addSp delSp modSp mod setBg setClrOvrMap">
        <pc:chgData name="Tore Ausland" userId="aba57685-d7d9-45f9-a74d-a4b3d109653f" providerId="ADAL" clId="{E5506B60-D3AD-40A7-A7A8-2FC096261905}" dt="2024-08-07T06:25:40.611" v="589" actId="26606"/>
        <pc:sldMkLst>
          <pc:docMk/>
          <pc:sldMk cId="4280548472" sldId="258"/>
        </pc:sldMkLst>
        <pc:spChg chg="mod">
          <ac:chgData name="Tore Ausland" userId="aba57685-d7d9-45f9-a74d-a4b3d109653f" providerId="ADAL" clId="{E5506B60-D3AD-40A7-A7A8-2FC096261905}" dt="2024-08-07T06:25:40.611" v="589" actId="26606"/>
          <ac:spMkLst>
            <pc:docMk/>
            <pc:sldMk cId="4280548472" sldId="258"/>
            <ac:spMk id="2" creationId="{F88026DC-550B-A781-AA02-8C9C6360D4CE}"/>
          </ac:spMkLst>
        </pc:spChg>
        <pc:spChg chg="mod ord">
          <ac:chgData name="Tore Ausland" userId="aba57685-d7d9-45f9-a74d-a4b3d109653f" providerId="ADAL" clId="{E5506B60-D3AD-40A7-A7A8-2FC096261905}" dt="2024-08-07T06:25:40.611" v="589" actId="26606"/>
          <ac:spMkLst>
            <pc:docMk/>
            <pc:sldMk cId="4280548472" sldId="258"/>
            <ac:spMk id="3" creationId="{93523F7B-DC99-782F-D6DC-C49BC5B1C85D}"/>
          </ac:spMkLst>
        </pc:spChg>
        <pc:spChg chg="add del">
          <ac:chgData name="Tore Ausland" userId="aba57685-d7d9-45f9-a74d-a4b3d109653f" providerId="ADAL" clId="{E5506B60-D3AD-40A7-A7A8-2FC096261905}" dt="2024-08-07T06:25:40.611" v="589" actId="26606"/>
          <ac:spMkLst>
            <pc:docMk/>
            <pc:sldMk cId="4280548472" sldId="258"/>
            <ac:spMk id="36" creationId="{6A10670B-6568-4038-91D8-392C78C0CFE4}"/>
          </ac:spMkLst>
        </pc:spChg>
        <pc:spChg chg="add del">
          <ac:chgData name="Tore Ausland" userId="aba57685-d7d9-45f9-a74d-a4b3d109653f" providerId="ADAL" clId="{E5506B60-D3AD-40A7-A7A8-2FC096261905}" dt="2024-08-07T06:25:40.611" v="589" actId="26606"/>
          <ac:spMkLst>
            <pc:docMk/>
            <pc:sldMk cId="4280548472" sldId="258"/>
            <ac:spMk id="38" creationId="{62163DB6-3EE7-474C-8726-1A05F7DE4229}"/>
          </ac:spMkLst>
        </pc:spChg>
        <pc:spChg chg="add del">
          <ac:chgData name="Tore Ausland" userId="aba57685-d7d9-45f9-a74d-a4b3d109653f" providerId="ADAL" clId="{E5506B60-D3AD-40A7-A7A8-2FC096261905}" dt="2024-08-07T06:25:40.611" v="589" actId="26606"/>
          <ac:spMkLst>
            <pc:docMk/>
            <pc:sldMk cId="4280548472" sldId="258"/>
            <ac:spMk id="40" creationId="{F81819F9-8CAC-4A6C-8F06-0482027F9736}"/>
          </ac:spMkLst>
        </pc:spChg>
        <pc:spChg chg="add del">
          <ac:chgData name="Tore Ausland" userId="aba57685-d7d9-45f9-a74d-a4b3d109653f" providerId="ADAL" clId="{E5506B60-D3AD-40A7-A7A8-2FC096261905}" dt="2024-08-07T06:25:40.611" v="589" actId="26606"/>
          <ac:spMkLst>
            <pc:docMk/>
            <pc:sldMk cId="4280548472" sldId="258"/>
            <ac:spMk id="42" creationId="{4A98CC08-AEC2-4E8F-8F52-0F5C6372DB4F}"/>
          </ac:spMkLst>
        </pc:spChg>
        <pc:spChg chg="add del">
          <ac:chgData name="Tore Ausland" userId="aba57685-d7d9-45f9-a74d-a4b3d109653f" providerId="ADAL" clId="{E5506B60-D3AD-40A7-A7A8-2FC096261905}" dt="2024-08-07T06:25:40.611" v="589" actId="26606"/>
          <ac:spMkLst>
            <pc:docMk/>
            <pc:sldMk cId="4280548472" sldId="258"/>
            <ac:spMk id="72" creationId="{1310EFE2-B91D-47E7-B117-C2A802800A7C}"/>
          </ac:spMkLst>
        </pc:spChg>
        <pc:spChg chg="add del">
          <ac:chgData name="Tore Ausland" userId="aba57685-d7d9-45f9-a74d-a4b3d109653f" providerId="ADAL" clId="{E5506B60-D3AD-40A7-A7A8-2FC096261905}" dt="2024-08-07T06:25:40.605" v="588" actId="26606"/>
          <ac:spMkLst>
            <pc:docMk/>
            <pc:sldMk cId="4280548472" sldId="258"/>
            <ac:spMk id="78" creationId="{B2EC7880-C5D9-40A8-A6B0-3198AD07AD1B}"/>
          </ac:spMkLst>
        </pc:spChg>
        <pc:spChg chg="add">
          <ac:chgData name="Tore Ausland" userId="aba57685-d7d9-45f9-a74d-a4b3d109653f" providerId="ADAL" clId="{E5506B60-D3AD-40A7-A7A8-2FC096261905}" dt="2024-08-07T06:25:40.611" v="589" actId="26606"/>
          <ac:spMkLst>
            <pc:docMk/>
            <pc:sldMk cId="4280548472" sldId="258"/>
            <ac:spMk id="80" creationId="{35879851-1A1D-4246-AAA1-C484E858337D}"/>
          </ac:spMkLst>
        </pc:spChg>
        <pc:grpChg chg="add del">
          <ac:chgData name="Tore Ausland" userId="aba57685-d7d9-45f9-a74d-a4b3d109653f" providerId="ADAL" clId="{E5506B60-D3AD-40A7-A7A8-2FC096261905}" dt="2024-08-07T06:25:40.611" v="589" actId="26606"/>
          <ac:grpSpMkLst>
            <pc:docMk/>
            <pc:sldMk cId="4280548472" sldId="258"/>
            <ac:grpSpMk id="8" creationId="{04E9F44E-02E7-4A97-B7DB-1DB0F1F4EB04}"/>
          </ac:grpSpMkLst>
        </pc:grpChg>
        <pc:grpChg chg="add del">
          <ac:chgData name="Tore Ausland" userId="aba57685-d7d9-45f9-a74d-a4b3d109653f" providerId="ADAL" clId="{E5506B60-D3AD-40A7-A7A8-2FC096261905}" dt="2024-08-07T06:25:40.611" v="589" actId="26606"/>
          <ac:grpSpMkLst>
            <pc:docMk/>
            <pc:sldMk cId="4280548472" sldId="258"/>
            <ac:grpSpMk id="22" creationId="{3F22DE9C-F188-48E2-A82C-4434A8EEEA57}"/>
          </ac:grpSpMkLst>
        </pc:grpChg>
        <pc:grpChg chg="add del">
          <ac:chgData name="Tore Ausland" userId="aba57685-d7d9-45f9-a74d-a4b3d109653f" providerId="ADAL" clId="{E5506B60-D3AD-40A7-A7A8-2FC096261905}" dt="2024-08-07T06:25:40.611" v="589" actId="26606"/>
          <ac:grpSpMkLst>
            <pc:docMk/>
            <pc:sldMk cId="4280548472" sldId="258"/>
            <ac:grpSpMk id="44" creationId="{5D1545E6-EB3C-4478-A661-A2CA963F129C}"/>
          </ac:grpSpMkLst>
        </pc:grpChg>
        <pc:grpChg chg="add del">
          <ac:chgData name="Tore Ausland" userId="aba57685-d7d9-45f9-a74d-a4b3d109653f" providerId="ADAL" clId="{E5506B60-D3AD-40A7-A7A8-2FC096261905}" dt="2024-08-07T06:25:40.611" v="589" actId="26606"/>
          <ac:grpSpMkLst>
            <pc:docMk/>
            <pc:sldMk cId="4280548472" sldId="258"/>
            <ac:grpSpMk id="58" creationId="{40A75861-F6C5-44A9-B161-B03701CBDE0C}"/>
          </ac:grpSpMkLst>
        </pc:grpChg>
        <pc:picChg chg="add del">
          <ac:chgData name="Tore Ausland" userId="aba57685-d7d9-45f9-a74d-a4b3d109653f" providerId="ADAL" clId="{E5506B60-D3AD-40A7-A7A8-2FC096261905}" dt="2024-08-07T06:25:40.605" v="588" actId="26606"/>
          <ac:picMkLst>
            <pc:docMk/>
            <pc:sldMk cId="4280548472" sldId="258"/>
            <ac:picMk id="74" creationId="{1FF404B4-D7E7-6662-E5DB-D48C095BA6AB}"/>
          </ac:picMkLst>
        </pc:picChg>
        <pc:picChg chg="add">
          <ac:chgData name="Tore Ausland" userId="aba57685-d7d9-45f9-a74d-a4b3d109653f" providerId="ADAL" clId="{E5506B60-D3AD-40A7-A7A8-2FC096261905}" dt="2024-08-07T06:25:40.611" v="589" actId="26606"/>
          <ac:picMkLst>
            <pc:docMk/>
            <pc:sldMk cId="4280548472" sldId="258"/>
            <ac:picMk id="81" creationId="{E321A5FA-D9B4-C6D3-6C99-CD56B7464103}"/>
          </ac:picMkLst>
        </pc:picChg>
      </pc:sldChg>
      <pc:sldChg chg="modSp mod">
        <pc:chgData name="Tore Ausland" userId="aba57685-d7d9-45f9-a74d-a4b3d109653f" providerId="ADAL" clId="{E5506B60-D3AD-40A7-A7A8-2FC096261905}" dt="2024-08-07T06:21:12.158" v="368" actId="6549"/>
        <pc:sldMkLst>
          <pc:docMk/>
          <pc:sldMk cId="990919723" sldId="259"/>
        </pc:sldMkLst>
        <pc:spChg chg="mod">
          <ac:chgData name="Tore Ausland" userId="aba57685-d7d9-45f9-a74d-a4b3d109653f" providerId="ADAL" clId="{E5506B60-D3AD-40A7-A7A8-2FC096261905}" dt="2024-08-07T06:08:35.849" v="40" actId="20577"/>
          <ac:spMkLst>
            <pc:docMk/>
            <pc:sldMk cId="990919723" sldId="259"/>
            <ac:spMk id="2" creationId="{6CD864AE-D826-6024-610A-657AFE581156}"/>
          </ac:spMkLst>
        </pc:spChg>
        <pc:spChg chg="mod">
          <ac:chgData name="Tore Ausland" userId="aba57685-d7d9-45f9-a74d-a4b3d109653f" providerId="ADAL" clId="{E5506B60-D3AD-40A7-A7A8-2FC096261905}" dt="2024-08-07T06:20:37.007" v="349" actId="20577"/>
          <ac:spMkLst>
            <pc:docMk/>
            <pc:sldMk cId="990919723" sldId="259"/>
            <ac:spMk id="3" creationId="{BA6CE576-10CE-20F5-CC7D-502EAD1862C6}"/>
          </ac:spMkLst>
        </pc:spChg>
        <pc:spChg chg="mod">
          <ac:chgData name="Tore Ausland" userId="aba57685-d7d9-45f9-a74d-a4b3d109653f" providerId="ADAL" clId="{E5506B60-D3AD-40A7-A7A8-2FC096261905}" dt="2024-08-07T06:21:12.158" v="368" actId="6549"/>
          <ac:spMkLst>
            <pc:docMk/>
            <pc:sldMk cId="990919723" sldId="259"/>
            <ac:spMk id="6" creationId="{089E5420-7310-3BA2-DC1C-4F177A3D8326}"/>
          </ac:spMkLst>
        </pc:spChg>
      </pc:sldChg>
      <pc:sldChg chg="addSp delSp modSp mod setBg setClrOvrMap">
        <pc:chgData name="Tore Ausland" userId="aba57685-d7d9-45f9-a74d-a4b3d109653f" providerId="ADAL" clId="{E5506B60-D3AD-40A7-A7A8-2FC096261905}" dt="2024-08-07T06:27:36.314" v="832" actId="20577"/>
        <pc:sldMkLst>
          <pc:docMk/>
          <pc:sldMk cId="1319065692" sldId="263"/>
        </pc:sldMkLst>
        <pc:spChg chg="mod">
          <ac:chgData name="Tore Ausland" userId="aba57685-d7d9-45f9-a74d-a4b3d109653f" providerId="ADAL" clId="{E5506B60-D3AD-40A7-A7A8-2FC096261905}" dt="2024-08-07T06:25:56.317" v="590" actId="26606"/>
          <ac:spMkLst>
            <pc:docMk/>
            <pc:sldMk cId="1319065692" sldId="263"/>
            <ac:spMk id="2" creationId="{F88026DC-550B-A781-AA02-8C9C6360D4CE}"/>
          </ac:spMkLst>
        </pc:spChg>
        <pc:spChg chg="mod ord">
          <ac:chgData name="Tore Ausland" userId="aba57685-d7d9-45f9-a74d-a4b3d109653f" providerId="ADAL" clId="{E5506B60-D3AD-40A7-A7A8-2FC096261905}" dt="2024-08-07T06:27:36.314" v="832" actId="20577"/>
          <ac:spMkLst>
            <pc:docMk/>
            <pc:sldMk cId="1319065692" sldId="263"/>
            <ac:spMk id="3" creationId="{93523F7B-DC99-782F-D6DC-C49BC5B1C85D}"/>
          </ac:spMkLst>
        </pc:spChg>
        <pc:spChg chg="del">
          <ac:chgData name="Tore Ausland" userId="aba57685-d7d9-45f9-a74d-a4b3d109653f" providerId="ADAL" clId="{E5506B60-D3AD-40A7-A7A8-2FC096261905}" dt="2024-08-07T06:25:56.317" v="590" actId="26606"/>
          <ac:spMkLst>
            <pc:docMk/>
            <pc:sldMk cId="1319065692" sldId="263"/>
            <ac:spMk id="36" creationId="{6A10670B-6568-4038-91D8-392C78C0CFE4}"/>
          </ac:spMkLst>
        </pc:spChg>
        <pc:spChg chg="del">
          <ac:chgData name="Tore Ausland" userId="aba57685-d7d9-45f9-a74d-a4b3d109653f" providerId="ADAL" clId="{E5506B60-D3AD-40A7-A7A8-2FC096261905}" dt="2024-08-07T06:25:56.317" v="590" actId="26606"/>
          <ac:spMkLst>
            <pc:docMk/>
            <pc:sldMk cId="1319065692" sldId="263"/>
            <ac:spMk id="38" creationId="{62163DB6-3EE7-474C-8726-1A05F7DE4229}"/>
          </ac:spMkLst>
        </pc:spChg>
        <pc:spChg chg="del">
          <ac:chgData name="Tore Ausland" userId="aba57685-d7d9-45f9-a74d-a4b3d109653f" providerId="ADAL" clId="{E5506B60-D3AD-40A7-A7A8-2FC096261905}" dt="2024-08-07T06:25:56.317" v="590" actId="26606"/>
          <ac:spMkLst>
            <pc:docMk/>
            <pc:sldMk cId="1319065692" sldId="263"/>
            <ac:spMk id="40" creationId="{57ABABA7-0420-4200-9B65-1C1967CE9373}"/>
          </ac:spMkLst>
        </pc:spChg>
        <pc:spChg chg="del">
          <ac:chgData name="Tore Ausland" userId="aba57685-d7d9-45f9-a74d-a4b3d109653f" providerId="ADAL" clId="{E5506B60-D3AD-40A7-A7A8-2FC096261905}" dt="2024-08-07T06:25:56.317" v="590" actId="26606"/>
          <ac:spMkLst>
            <pc:docMk/>
            <pc:sldMk cId="1319065692" sldId="263"/>
            <ac:spMk id="42" creationId="{A317EBE3-FF86-4DA1-BC9A-331F7F2144E9}"/>
          </ac:spMkLst>
        </pc:spChg>
        <pc:spChg chg="add">
          <ac:chgData name="Tore Ausland" userId="aba57685-d7d9-45f9-a74d-a4b3d109653f" providerId="ADAL" clId="{E5506B60-D3AD-40A7-A7A8-2FC096261905}" dt="2024-08-07T06:25:56.317" v="590" actId="26606"/>
          <ac:spMkLst>
            <pc:docMk/>
            <pc:sldMk cId="1319065692" sldId="263"/>
            <ac:spMk id="64" creationId="{B2EC7880-C5D9-40A8-A6B0-3198AD07AD1B}"/>
          </ac:spMkLst>
        </pc:spChg>
        <pc:grpChg chg="del">
          <ac:chgData name="Tore Ausland" userId="aba57685-d7d9-45f9-a74d-a4b3d109653f" providerId="ADAL" clId="{E5506B60-D3AD-40A7-A7A8-2FC096261905}" dt="2024-08-07T06:25:56.317" v="590" actId="26606"/>
          <ac:grpSpMkLst>
            <pc:docMk/>
            <pc:sldMk cId="1319065692" sldId="263"/>
            <ac:grpSpMk id="8" creationId="{04E9F44E-02E7-4A97-B7DB-1DB0F1F4EB04}"/>
          </ac:grpSpMkLst>
        </pc:grpChg>
        <pc:grpChg chg="del">
          <ac:chgData name="Tore Ausland" userId="aba57685-d7d9-45f9-a74d-a4b3d109653f" providerId="ADAL" clId="{E5506B60-D3AD-40A7-A7A8-2FC096261905}" dt="2024-08-07T06:25:56.317" v="590" actId="26606"/>
          <ac:grpSpMkLst>
            <pc:docMk/>
            <pc:sldMk cId="1319065692" sldId="263"/>
            <ac:grpSpMk id="22" creationId="{3F22DE9C-F188-48E2-A82C-4434A8EEEA57}"/>
          </ac:grpSpMkLst>
        </pc:grpChg>
        <pc:grpChg chg="del">
          <ac:chgData name="Tore Ausland" userId="aba57685-d7d9-45f9-a74d-a4b3d109653f" providerId="ADAL" clId="{E5506B60-D3AD-40A7-A7A8-2FC096261905}" dt="2024-08-07T06:25:56.317" v="590" actId="26606"/>
          <ac:grpSpMkLst>
            <pc:docMk/>
            <pc:sldMk cId="1319065692" sldId="263"/>
            <ac:grpSpMk id="46" creationId="{7A03E380-9CD1-4ABA-A763-9F9D252B8908}"/>
          </ac:grpSpMkLst>
        </pc:grpChg>
        <pc:picChg chg="add">
          <ac:chgData name="Tore Ausland" userId="aba57685-d7d9-45f9-a74d-a4b3d109653f" providerId="ADAL" clId="{E5506B60-D3AD-40A7-A7A8-2FC096261905}" dt="2024-08-07T06:25:56.317" v="590" actId="26606"/>
          <ac:picMkLst>
            <pc:docMk/>
            <pc:sldMk cId="1319065692" sldId="263"/>
            <ac:picMk id="60" creationId="{5BD5651D-C34C-353E-A50D-87DEEAF97E02}"/>
          </ac:picMkLst>
        </pc:picChg>
        <pc:cxnChg chg="del">
          <ac:chgData name="Tore Ausland" userId="aba57685-d7d9-45f9-a74d-a4b3d109653f" providerId="ADAL" clId="{E5506B60-D3AD-40A7-A7A8-2FC096261905}" dt="2024-08-07T06:25:56.317" v="590" actId="26606"/>
          <ac:cxnSpMkLst>
            <pc:docMk/>
            <pc:sldMk cId="1319065692" sldId="263"/>
            <ac:cxnSpMk id="44" creationId="{34D43EC1-35FA-4FC3-8526-F655CEB09D9C}"/>
          </ac:cxnSpMkLst>
        </pc:cxnChg>
      </pc:sldChg>
      <pc:sldChg chg="addSp delSp modSp mod ord">
        <pc:chgData name="Tore Ausland" userId="aba57685-d7d9-45f9-a74d-a4b3d109653f" providerId="ADAL" clId="{E5506B60-D3AD-40A7-A7A8-2FC096261905}" dt="2024-08-07T07:01:25.491" v="2053" actId="13926"/>
        <pc:sldMkLst>
          <pc:docMk/>
          <pc:sldMk cId="79375369" sldId="264"/>
        </pc:sldMkLst>
        <pc:spChg chg="mod">
          <ac:chgData name="Tore Ausland" userId="aba57685-d7d9-45f9-a74d-a4b3d109653f" providerId="ADAL" clId="{E5506B60-D3AD-40A7-A7A8-2FC096261905}" dt="2024-08-07T06:28:07.621" v="852" actId="20577"/>
          <ac:spMkLst>
            <pc:docMk/>
            <pc:sldMk cId="79375369" sldId="264"/>
            <ac:spMk id="2" creationId="{F88026DC-550B-A781-AA02-8C9C6360D4CE}"/>
          </ac:spMkLst>
        </pc:spChg>
        <pc:spChg chg="add del mod">
          <ac:chgData name="Tore Ausland" userId="aba57685-d7d9-45f9-a74d-a4b3d109653f" providerId="ADAL" clId="{E5506B60-D3AD-40A7-A7A8-2FC096261905}" dt="2024-08-07T07:01:25.491" v="2053" actId="13926"/>
          <ac:spMkLst>
            <pc:docMk/>
            <pc:sldMk cId="79375369" sldId="264"/>
            <ac:spMk id="3" creationId="{93523F7B-DC99-782F-D6DC-C49BC5B1C85D}"/>
          </ac:spMkLst>
        </pc:spChg>
        <pc:spChg chg="add mod">
          <ac:chgData name="Tore Ausland" userId="aba57685-d7d9-45f9-a74d-a4b3d109653f" providerId="ADAL" clId="{E5506B60-D3AD-40A7-A7A8-2FC096261905}" dt="2024-08-07T06:46:27.037" v="1506" actId="20577"/>
          <ac:spMkLst>
            <pc:docMk/>
            <pc:sldMk cId="79375369" sldId="264"/>
            <ac:spMk id="4" creationId="{FC9523BE-66E2-2D5F-0596-0644791AC923}"/>
          </ac:spMkLst>
        </pc:spChg>
        <pc:graphicFrameChg chg="add del">
          <ac:chgData name="Tore Ausland" userId="aba57685-d7d9-45f9-a74d-a4b3d109653f" providerId="ADAL" clId="{E5506B60-D3AD-40A7-A7A8-2FC096261905}" dt="2024-08-07T06:47:02.044" v="1508" actId="26606"/>
          <ac:graphicFrameMkLst>
            <pc:docMk/>
            <pc:sldMk cId="79375369" sldId="264"/>
            <ac:graphicFrameMk id="42" creationId="{A47351A6-A9E5-5005-322E-2AAD87225650}"/>
          </ac:graphicFrameMkLst>
        </pc:graphicFrameChg>
      </pc:sldChg>
      <pc:sldChg chg="addSp delSp modSp mod ord">
        <pc:chgData name="Tore Ausland" userId="aba57685-d7d9-45f9-a74d-a4b3d109653f" providerId="ADAL" clId="{E5506B60-D3AD-40A7-A7A8-2FC096261905}" dt="2024-08-07T06:48:33.044" v="1534" actId="20577"/>
        <pc:sldMkLst>
          <pc:docMk/>
          <pc:sldMk cId="2699261131" sldId="265"/>
        </pc:sldMkLst>
        <pc:spChg chg="mod">
          <ac:chgData name="Tore Ausland" userId="aba57685-d7d9-45f9-a74d-a4b3d109653f" providerId="ADAL" clId="{E5506B60-D3AD-40A7-A7A8-2FC096261905}" dt="2024-08-07T06:48:33.044" v="1534" actId="20577"/>
          <ac:spMkLst>
            <pc:docMk/>
            <pc:sldMk cId="2699261131" sldId="265"/>
            <ac:spMk id="2" creationId="{F88026DC-550B-A781-AA02-8C9C6360D4CE}"/>
          </ac:spMkLst>
        </pc:spChg>
        <pc:spChg chg="del">
          <ac:chgData name="Tore Ausland" userId="aba57685-d7d9-45f9-a74d-a4b3d109653f" providerId="ADAL" clId="{E5506B60-D3AD-40A7-A7A8-2FC096261905}" dt="2024-08-07T06:47:42.913" v="1511" actId="478"/>
          <ac:spMkLst>
            <pc:docMk/>
            <pc:sldMk cId="2699261131" sldId="265"/>
            <ac:spMk id="3" creationId="{A43360FB-A1CC-6138-1932-E3D11CCDD1FE}"/>
          </ac:spMkLst>
        </pc:spChg>
        <pc:spChg chg="del">
          <ac:chgData name="Tore Ausland" userId="aba57685-d7d9-45f9-a74d-a4b3d109653f" providerId="ADAL" clId="{E5506B60-D3AD-40A7-A7A8-2FC096261905}" dt="2024-08-07T06:47:42.913" v="1511" actId="478"/>
          <ac:spMkLst>
            <pc:docMk/>
            <pc:sldMk cId="2699261131" sldId="265"/>
            <ac:spMk id="4" creationId="{A70043BF-AC17-0292-003A-A14AC1C0A31D}"/>
          </ac:spMkLst>
        </pc:spChg>
        <pc:spChg chg="add del mod">
          <ac:chgData name="Tore Ausland" userId="aba57685-d7d9-45f9-a74d-a4b3d109653f" providerId="ADAL" clId="{E5506B60-D3AD-40A7-A7A8-2FC096261905}" dt="2024-08-07T06:47:47.638" v="1512" actId="478"/>
          <ac:spMkLst>
            <pc:docMk/>
            <pc:sldMk cId="2699261131" sldId="265"/>
            <ac:spMk id="7" creationId="{DCC4E9F9-D52B-DD38-9C8A-A8CFBB1A83A9}"/>
          </ac:spMkLst>
        </pc:spChg>
        <pc:spChg chg="del">
          <ac:chgData name="Tore Ausland" userId="aba57685-d7d9-45f9-a74d-a4b3d109653f" providerId="ADAL" clId="{E5506B60-D3AD-40A7-A7A8-2FC096261905}" dt="2024-08-07T06:48:15.941" v="1530" actId="26606"/>
          <ac:spMkLst>
            <pc:docMk/>
            <pc:sldMk cId="2699261131" sldId="265"/>
            <ac:spMk id="9" creationId="{1BB01FB5-37B9-4EBD-AF40-DE68D3CA46A6}"/>
          </ac:spMkLst>
        </pc:spChg>
        <pc:spChg chg="del">
          <ac:chgData name="Tore Ausland" userId="aba57685-d7d9-45f9-a74d-a4b3d109653f" providerId="ADAL" clId="{E5506B60-D3AD-40A7-A7A8-2FC096261905}" dt="2024-08-07T06:48:15.941" v="1530" actId="26606"/>
          <ac:spMkLst>
            <pc:docMk/>
            <pc:sldMk cId="2699261131" sldId="265"/>
            <ac:spMk id="11" creationId="{06AF6A9A-0638-4916-AD29-9FC8FC07AE5F}"/>
          </ac:spMkLst>
        </pc:spChg>
        <pc:spChg chg="del">
          <ac:chgData name="Tore Ausland" userId="aba57685-d7d9-45f9-a74d-a4b3d109653f" providerId="ADAL" clId="{E5506B60-D3AD-40A7-A7A8-2FC096261905}" dt="2024-08-07T06:48:15.941" v="1530" actId="26606"/>
          <ac:spMkLst>
            <pc:docMk/>
            <pc:sldMk cId="2699261131" sldId="265"/>
            <ac:spMk id="13" creationId="{79057B2B-0D8C-47F2-836B-2E7DD462150A}"/>
          </ac:spMkLst>
        </pc:spChg>
        <pc:spChg chg="add">
          <ac:chgData name="Tore Ausland" userId="aba57685-d7d9-45f9-a74d-a4b3d109653f" providerId="ADAL" clId="{E5506B60-D3AD-40A7-A7A8-2FC096261905}" dt="2024-08-07T06:48:15.941" v="1530" actId="26606"/>
          <ac:spMkLst>
            <pc:docMk/>
            <pc:sldMk cId="2699261131" sldId="265"/>
            <ac:spMk id="47" creationId="{4EB21FA6-8B6A-4699-8408-91E69980018A}"/>
          </ac:spMkLst>
        </pc:spChg>
        <pc:spChg chg="add">
          <ac:chgData name="Tore Ausland" userId="aba57685-d7d9-45f9-a74d-a4b3d109653f" providerId="ADAL" clId="{E5506B60-D3AD-40A7-A7A8-2FC096261905}" dt="2024-08-07T06:48:15.941" v="1530" actId="26606"/>
          <ac:spMkLst>
            <pc:docMk/>
            <pc:sldMk cId="2699261131" sldId="265"/>
            <ac:spMk id="49" creationId="{BA1AABB7-0FD0-4445-8B8B-7A0C680C5CE8}"/>
          </ac:spMkLst>
        </pc:spChg>
        <pc:spChg chg="add">
          <ac:chgData name="Tore Ausland" userId="aba57685-d7d9-45f9-a74d-a4b3d109653f" providerId="ADAL" clId="{E5506B60-D3AD-40A7-A7A8-2FC096261905}" dt="2024-08-07T06:48:15.941" v="1530" actId="26606"/>
          <ac:spMkLst>
            <pc:docMk/>
            <pc:sldMk cId="2699261131" sldId="265"/>
            <ac:spMk id="51" creationId="{FA94DED7-0A28-4AD9-8747-E94113225016}"/>
          </ac:spMkLst>
        </pc:spChg>
        <pc:spChg chg="add">
          <ac:chgData name="Tore Ausland" userId="aba57685-d7d9-45f9-a74d-a4b3d109653f" providerId="ADAL" clId="{E5506B60-D3AD-40A7-A7A8-2FC096261905}" dt="2024-08-07T06:48:15.941" v="1530" actId="26606"/>
          <ac:spMkLst>
            <pc:docMk/>
            <pc:sldMk cId="2699261131" sldId="265"/>
            <ac:spMk id="53" creationId="{6F175609-91A3-416E-BC3D-7548FDE02910}"/>
          </ac:spMkLst>
        </pc:spChg>
        <pc:spChg chg="add">
          <ac:chgData name="Tore Ausland" userId="aba57685-d7d9-45f9-a74d-a4b3d109653f" providerId="ADAL" clId="{E5506B60-D3AD-40A7-A7A8-2FC096261905}" dt="2024-08-07T06:48:15.941" v="1530" actId="26606"/>
          <ac:spMkLst>
            <pc:docMk/>
            <pc:sldMk cId="2699261131" sldId="265"/>
            <ac:spMk id="55" creationId="{9A3B0D54-9DF0-4FF8-A0AA-B4234DF358EF}"/>
          </ac:spMkLst>
        </pc:spChg>
        <pc:grpChg chg="add">
          <ac:chgData name="Tore Ausland" userId="aba57685-d7d9-45f9-a74d-a4b3d109653f" providerId="ADAL" clId="{E5506B60-D3AD-40A7-A7A8-2FC096261905}" dt="2024-08-07T06:48:15.941" v="1530" actId="26606"/>
          <ac:grpSpMkLst>
            <pc:docMk/>
            <pc:sldMk cId="2699261131" sldId="265"/>
            <ac:grpSpMk id="19" creationId="{F27737A0-D7E0-4415-8E90-FD4F69E76C19}"/>
          </ac:grpSpMkLst>
        </pc:grpChg>
        <pc:grpChg chg="add">
          <ac:chgData name="Tore Ausland" userId="aba57685-d7d9-45f9-a74d-a4b3d109653f" providerId="ADAL" clId="{E5506B60-D3AD-40A7-A7A8-2FC096261905}" dt="2024-08-07T06:48:15.941" v="1530" actId="26606"/>
          <ac:grpSpMkLst>
            <pc:docMk/>
            <pc:sldMk cId="2699261131" sldId="265"/>
            <ac:grpSpMk id="33" creationId="{57D8AB18-1DD7-4D60-B9FA-190B47BB267A}"/>
          </ac:grpSpMkLst>
        </pc:grpChg>
        <pc:graphicFrameChg chg="del">
          <ac:chgData name="Tore Ausland" userId="aba57685-d7d9-45f9-a74d-a4b3d109653f" providerId="ADAL" clId="{E5506B60-D3AD-40A7-A7A8-2FC096261905}" dt="2024-08-07T06:47:42.913" v="1511" actId="478"/>
          <ac:graphicFrameMkLst>
            <pc:docMk/>
            <pc:sldMk cId="2699261131" sldId="265"/>
            <ac:graphicFrameMk id="5" creationId="{45BCCFCA-DE5E-66B4-D1F3-3177EF6D4B92}"/>
          </ac:graphicFrameMkLst>
        </pc:graphicFrameChg>
        <pc:picChg chg="add">
          <ac:chgData name="Tore Ausland" userId="aba57685-d7d9-45f9-a74d-a4b3d109653f" providerId="ADAL" clId="{E5506B60-D3AD-40A7-A7A8-2FC096261905}" dt="2024-08-07T06:48:15.941" v="1530" actId="26606"/>
          <ac:picMkLst>
            <pc:docMk/>
            <pc:sldMk cId="2699261131" sldId="265"/>
            <ac:picMk id="15" creationId="{7AC3AE0C-911D-D44F-D228-FA72354065DA}"/>
          </ac:picMkLst>
        </pc:picChg>
      </pc:sldChg>
      <pc:sldChg chg="addSp delSp modSp mod ord">
        <pc:chgData name="Tore Ausland" userId="aba57685-d7d9-45f9-a74d-a4b3d109653f" providerId="ADAL" clId="{E5506B60-D3AD-40A7-A7A8-2FC096261905}" dt="2024-08-07T06:52:54.454" v="1730" actId="26606"/>
        <pc:sldMkLst>
          <pc:docMk/>
          <pc:sldMk cId="1808753200" sldId="266"/>
        </pc:sldMkLst>
        <pc:spChg chg="mod">
          <ac:chgData name="Tore Ausland" userId="aba57685-d7d9-45f9-a74d-a4b3d109653f" providerId="ADAL" clId="{E5506B60-D3AD-40A7-A7A8-2FC096261905}" dt="2024-08-07T06:52:54.454" v="1730" actId="26606"/>
          <ac:spMkLst>
            <pc:docMk/>
            <pc:sldMk cId="1808753200" sldId="266"/>
            <ac:spMk id="2" creationId="{F88026DC-550B-A781-AA02-8C9C6360D4CE}"/>
          </ac:spMkLst>
        </pc:spChg>
        <pc:spChg chg="del mod">
          <ac:chgData name="Tore Ausland" userId="aba57685-d7d9-45f9-a74d-a4b3d109653f" providerId="ADAL" clId="{E5506B60-D3AD-40A7-A7A8-2FC096261905}" dt="2024-08-07T06:51:55.052" v="1722" actId="478"/>
          <ac:spMkLst>
            <pc:docMk/>
            <pc:sldMk cId="1808753200" sldId="266"/>
            <ac:spMk id="4" creationId="{7AE0090D-9605-1ED6-A730-D7064BA6F4A5}"/>
          </ac:spMkLst>
        </pc:spChg>
        <pc:spChg chg="del">
          <ac:chgData name="Tore Ausland" userId="aba57685-d7d9-45f9-a74d-a4b3d109653f" providerId="ADAL" clId="{E5506B60-D3AD-40A7-A7A8-2FC096261905}" dt="2024-08-07T06:52:54.454" v="1730" actId="26606"/>
          <ac:spMkLst>
            <pc:docMk/>
            <pc:sldMk cId="1808753200" sldId="266"/>
            <ac:spMk id="9" creationId="{1BB01FB5-37B9-4EBD-AF40-DE68D3CA46A6}"/>
          </ac:spMkLst>
        </pc:spChg>
        <pc:spChg chg="del">
          <ac:chgData name="Tore Ausland" userId="aba57685-d7d9-45f9-a74d-a4b3d109653f" providerId="ADAL" clId="{E5506B60-D3AD-40A7-A7A8-2FC096261905}" dt="2024-08-07T06:52:54.454" v="1730" actId="26606"/>
          <ac:spMkLst>
            <pc:docMk/>
            <pc:sldMk cId="1808753200" sldId="266"/>
            <ac:spMk id="11" creationId="{06AF6A9A-0638-4916-AD29-9FC8FC07AE5F}"/>
          </ac:spMkLst>
        </pc:spChg>
        <pc:spChg chg="del">
          <ac:chgData name="Tore Ausland" userId="aba57685-d7d9-45f9-a74d-a4b3d109653f" providerId="ADAL" clId="{E5506B60-D3AD-40A7-A7A8-2FC096261905}" dt="2024-08-07T06:52:54.454" v="1730" actId="26606"/>
          <ac:spMkLst>
            <pc:docMk/>
            <pc:sldMk cId="1808753200" sldId="266"/>
            <ac:spMk id="13" creationId="{79057B2B-0D8C-47F2-836B-2E7DD462150A}"/>
          </ac:spMkLst>
        </pc:spChg>
        <pc:spChg chg="add">
          <ac:chgData name="Tore Ausland" userId="aba57685-d7d9-45f9-a74d-a4b3d109653f" providerId="ADAL" clId="{E5506B60-D3AD-40A7-A7A8-2FC096261905}" dt="2024-08-07T06:52:54.454" v="1730" actId="26606"/>
          <ac:spMkLst>
            <pc:docMk/>
            <pc:sldMk cId="1808753200" sldId="266"/>
            <ac:spMk id="18" creationId="{531E8EFF-9847-4CB4-9471-E26FF132BAED}"/>
          </ac:spMkLst>
        </pc:spChg>
        <pc:spChg chg="add">
          <ac:chgData name="Tore Ausland" userId="aba57685-d7d9-45f9-a74d-a4b3d109653f" providerId="ADAL" clId="{E5506B60-D3AD-40A7-A7A8-2FC096261905}" dt="2024-08-07T06:52:54.454" v="1730" actId="26606"/>
          <ac:spMkLst>
            <pc:docMk/>
            <pc:sldMk cId="1808753200" sldId="266"/>
            <ac:spMk id="20" creationId="{8ABCA228-CE68-4A47-BBE7-831947D51A1D}"/>
          </ac:spMkLst>
        </pc:spChg>
        <pc:spChg chg="add">
          <ac:chgData name="Tore Ausland" userId="aba57685-d7d9-45f9-a74d-a4b3d109653f" providerId="ADAL" clId="{E5506B60-D3AD-40A7-A7A8-2FC096261905}" dt="2024-08-07T06:52:54.454" v="1730" actId="26606"/>
          <ac:spMkLst>
            <pc:docMk/>
            <pc:sldMk cId="1808753200" sldId="266"/>
            <ac:spMk id="22" creationId="{261BAD88-17FB-40F9-8E71-FAF08820AA1F}"/>
          </ac:spMkLst>
        </pc:spChg>
        <pc:spChg chg="add">
          <ac:chgData name="Tore Ausland" userId="aba57685-d7d9-45f9-a74d-a4b3d109653f" providerId="ADAL" clId="{E5506B60-D3AD-40A7-A7A8-2FC096261905}" dt="2024-08-07T06:52:54.454" v="1730" actId="26606"/>
          <ac:spMkLst>
            <pc:docMk/>
            <pc:sldMk cId="1808753200" sldId="266"/>
            <ac:spMk id="24" creationId="{660B7CD1-5C7F-4FF4-9B0A-36FD1B61CD40}"/>
          </ac:spMkLst>
        </pc:spChg>
        <pc:graphicFrameChg chg="mod modGraphic">
          <ac:chgData name="Tore Ausland" userId="aba57685-d7d9-45f9-a74d-a4b3d109653f" providerId="ADAL" clId="{E5506B60-D3AD-40A7-A7A8-2FC096261905}" dt="2024-08-07T06:52:54.454" v="1730" actId="26606"/>
          <ac:graphicFrameMkLst>
            <pc:docMk/>
            <pc:sldMk cId="1808753200" sldId="266"/>
            <ac:graphicFrameMk id="5" creationId="{A0A51969-D09B-EEEF-398D-1A64DE283352}"/>
          </ac:graphicFrameMkLst>
        </pc:graphicFrameChg>
      </pc:sldChg>
      <pc:sldChg chg="del">
        <pc:chgData name="Tore Ausland" userId="aba57685-d7d9-45f9-a74d-a4b3d109653f" providerId="ADAL" clId="{E5506B60-D3AD-40A7-A7A8-2FC096261905}" dt="2024-08-07T06:54:29.091" v="1778" actId="47"/>
        <pc:sldMkLst>
          <pc:docMk/>
          <pc:sldMk cId="2655665351" sldId="267"/>
        </pc:sldMkLst>
      </pc:sldChg>
      <pc:sldChg chg="del">
        <pc:chgData name="Tore Ausland" userId="aba57685-d7d9-45f9-a74d-a4b3d109653f" providerId="ADAL" clId="{E5506B60-D3AD-40A7-A7A8-2FC096261905}" dt="2024-08-07T06:54:31.144" v="1779" actId="47"/>
        <pc:sldMkLst>
          <pc:docMk/>
          <pc:sldMk cId="799612815" sldId="268"/>
        </pc:sldMkLst>
      </pc:sldChg>
      <pc:sldChg chg="del">
        <pc:chgData name="Tore Ausland" userId="aba57685-d7d9-45f9-a74d-a4b3d109653f" providerId="ADAL" clId="{E5506B60-D3AD-40A7-A7A8-2FC096261905}" dt="2024-08-07T06:54:34.698" v="1780" actId="47"/>
        <pc:sldMkLst>
          <pc:docMk/>
          <pc:sldMk cId="4011975418" sldId="269"/>
        </pc:sldMkLst>
      </pc:sldChg>
      <pc:sldChg chg="addSp delSp modSp mod setBg setClrOvrMap">
        <pc:chgData name="Tore Ausland" userId="aba57685-d7d9-45f9-a74d-a4b3d109653f" providerId="ADAL" clId="{E5506B60-D3AD-40A7-A7A8-2FC096261905}" dt="2024-08-07T06:57:07.685" v="2052" actId="26606"/>
        <pc:sldMkLst>
          <pc:docMk/>
          <pc:sldMk cId="1366365572" sldId="270"/>
        </pc:sldMkLst>
        <pc:spChg chg="mod">
          <ac:chgData name="Tore Ausland" userId="aba57685-d7d9-45f9-a74d-a4b3d109653f" providerId="ADAL" clId="{E5506B60-D3AD-40A7-A7A8-2FC096261905}" dt="2024-08-07T06:57:07.685" v="2052" actId="26606"/>
          <ac:spMkLst>
            <pc:docMk/>
            <pc:sldMk cId="1366365572" sldId="270"/>
            <ac:spMk id="2" creationId="{F88026DC-550B-A781-AA02-8C9C6360D4CE}"/>
          </ac:spMkLst>
        </pc:spChg>
        <pc:spChg chg="mod">
          <ac:chgData name="Tore Ausland" userId="aba57685-d7d9-45f9-a74d-a4b3d109653f" providerId="ADAL" clId="{E5506B60-D3AD-40A7-A7A8-2FC096261905}" dt="2024-08-07T06:57:07.685" v="2052" actId="26606"/>
          <ac:spMkLst>
            <pc:docMk/>
            <pc:sldMk cId="1366365572" sldId="270"/>
            <ac:spMk id="3" creationId="{93523F7B-DC99-782F-D6DC-C49BC5B1C85D}"/>
          </ac:spMkLst>
        </pc:spChg>
        <pc:spChg chg="add del">
          <ac:chgData name="Tore Ausland" userId="aba57685-d7d9-45f9-a74d-a4b3d109653f" providerId="ADAL" clId="{E5506B60-D3AD-40A7-A7A8-2FC096261905}" dt="2024-08-07T06:57:07.685" v="2052" actId="26606"/>
          <ac:spMkLst>
            <pc:docMk/>
            <pc:sldMk cId="1366365572" sldId="270"/>
            <ac:spMk id="10" creationId="{82FDEACC-D224-4F5B-A0BE-6581493C366D}"/>
          </ac:spMkLst>
        </pc:spChg>
        <pc:spChg chg="add del">
          <ac:chgData name="Tore Ausland" userId="aba57685-d7d9-45f9-a74d-a4b3d109653f" providerId="ADAL" clId="{E5506B60-D3AD-40A7-A7A8-2FC096261905}" dt="2024-08-07T06:57:07.685" v="2052" actId="26606"/>
          <ac:spMkLst>
            <pc:docMk/>
            <pc:sldMk cId="1366365572" sldId="270"/>
            <ac:spMk id="12" creationId="{567B8489-9450-4A50-94AF-90283270FF40}"/>
          </ac:spMkLst>
        </pc:spChg>
        <pc:spChg chg="add del">
          <ac:chgData name="Tore Ausland" userId="aba57685-d7d9-45f9-a74d-a4b3d109653f" providerId="ADAL" clId="{E5506B60-D3AD-40A7-A7A8-2FC096261905}" dt="2024-08-07T06:57:07.685" v="2052" actId="26606"/>
          <ac:spMkLst>
            <pc:docMk/>
            <pc:sldMk cId="1366365572" sldId="270"/>
            <ac:spMk id="14" creationId="{9D81556A-CBCA-4ADE-9ACA-F18F2F5E3126}"/>
          </ac:spMkLst>
        </pc:spChg>
        <pc:spChg chg="add del">
          <ac:chgData name="Tore Ausland" userId="aba57685-d7d9-45f9-a74d-a4b3d109653f" providerId="ADAL" clId="{E5506B60-D3AD-40A7-A7A8-2FC096261905}" dt="2024-08-07T06:57:07.677" v="2051" actId="26606"/>
          <ac:spMkLst>
            <pc:docMk/>
            <pc:sldMk cId="1366365572" sldId="270"/>
            <ac:spMk id="19" creationId="{CD306B45-25EE-434D-ABA9-A27B79320CFF}"/>
          </ac:spMkLst>
        </pc:spChg>
        <pc:spChg chg="add del">
          <ac:chgData name="Tore Ausland" userId="aba57685-d7d9-45f9-a74d-a4b3d109653f" providerId="ADAL" clId="{E5506B60-D3AD-40A7-A7A8-2FC096261905}" dt="2024-08-07T06:57:06.775" v="2049" actId="26606"/>
          <ac:spMkLst>
            <pc:docMk/>
            <pc:sldMk cId="1366365572" sldId="270"/>
            <ac:spMk id="20" creationId="{B2EC7880-C5D9-40A8-A6B0-3198AD07AD1B}"/>
          </ac:spMkLst>
        </pc:spChg>
        <pc:spChg chg="add del">
          <ac:chgData name="Tore Ausland" userId="aba57685-d7d9-45f9-a74d-a4b3d109653f" providerId="ADAL" clId="{E5506B60-D3AD-40A7-A7A8-2FC096261905}" dt="2024-08-07T06:57:07.677" v="2051" actId="26606"/>
          <ac:spMkLst>
            <pc:docMk/>
            <pc:sldMk cId="1366365572" sldId="270"/>
            <ac:spMk id="21" creationId="{0A42F85E-4939-431E-8B4A-EC07C8E0AB65}"/>
          </ac:spMkLst>
        </pc:spChg>
        <pc:spChg chg="add">
          <ac:chgData name="Tore Ausland" userId="aba57685-d7d9-45f9-a74d-a4b3d109653f" providerId="ADAL" clId="{E5506B60-D3AD-40A7-A7A8-2FC096261905}" dt="2024-08-07T06:57:07.685" v="2052" actId="26606"/>
          <ac:spMkLst>
            <pc:docMk/>
            <pc:sldMk cId="1366365572" sldId="270"/>
            <ac:spMk id="22" creationId="{AA22AB8F-8672-4CA8-8E57-FDB5A32F1A34}"/>
          </ac:spMkLst>
        </pc:spChg>
        <pc:spChg chg="add">
          <ac:chgData name="Tore Ausland" userId="aba57685-d7d9-45f9-a74d-a4b3d109653f" providerId="ADAL" clId="{E5506B60-D3AD-40A7-A7A8-2FC096261905}" dt="2024-08-07T06:57:07.685" v="2052" actId="26606"/>
          <ac:spMkLst>
            <pc:docMk/>
            <pc:sldMk cId="1366365572" sldId="270"/>
            <ac:spMk id="24" creationId="{8D55DD8B-9BF9-4B91-A22D-2D3F2AEFF189}"/>
          </ac:spMkLst>
        </pc:spChg>
        <pc:spChg chg="add">
          <ac:chgData name="Tore Ausland" userId="aba57685-d7d9-45f9-a74d-a4b3d109653f" providerId="ADAL" clId="{E5506B60-D3AD-40A7-A7A8-2FC096261905}" dt="2024-08-07T06:57:07.685" v="2052" actId="26606"/>
          <ac:spMkLst>
            <pc:docMk/>
            <pc:sldMk cId="1366365572" sldId="270"/>
            <ac:spMk id="39" creationId="{2B258D2B-6AC3-4B3A-A87C-FD7E6517826E}"/>
          </ac:spMkLst>
        </pc:spChg>
        <pc:grpChg chg="add del">
          <ac:chgData name="Tore Ausland" userId="aba57685-d7d9-45f9-a74d-a4b3d109653f" providerId="ADAL" clId="{E5506B60-D3AD-40A7-A7A8-2FC096261905}" dt="2024-08-07T06:57:07.677" v="2051" actId="26606"/>
          <ac:grpSpMkLst>
            <pc:docMk/>
            <pc:sldMk cId="1366365572" sldId="270"/>
            <ac:grpSpMk id="25" creationId="{5D2B17EF-74EB-4C33-B2E2-8E727B2E7D68}"/>
          </ac:grpSpMkLst>
        </pc:grpChg>
        <pc:picChg chg="del">
          <ac:chgData name="Tore Ausland" userId="aba57685-d7d9-45f9-a74d-a4b3d109653f" providerId="ADAL" clId="{E5506B60-D3AD-40A7-A7A8-2FC096261905}" dt="2024-08-07T06:54:59.598" v="1806" actId="478"/>
          <ac:picMkLst>
            <pc:docMk/>
            <pc:sldMk cId="1366365572" sldId="270"/>
            <ac:picMk id="5" creationId="{FB6DB643-CDAF-0566-5FF1-C9FAB866A614}"/>
          </ac:picMkLst>
        </pc:picChg>
        <pc:picChg chg="add del">
          <ac:chgData name="Tore Ausland" userId="aba57685-d7d9-45f9-a74d-a4b3d109653f" providerId="ADAL" clId="{E5506B60-D3AD-40A7-A7A8-2FC096261905}" dt="2024-08-07T06:57:06.775" v="2049" actId="26606"/>
          <ac:picMkLst>
            <pc:docMk/>
            <pc:sldMk cId="1366365572" sldId="270"/>
            <ac:picMk id="16" creationId="{DF1C8AE3-38C4-9D4C-B7EA-EF46E2CCC70A}"/>
          </ac:picMkLst>
        </pc:picChg>
        <pc:picChg chg="add">
          <ac:chgData name="Tore Ausland" userId="aba57685-d7d9-45f9-a74d-a4b3d109653f" providerId="ADAL" clId="{E5506B60-D3AD-40A7-A7A8-2FC096261905}" dt="2024-08-07T06:57:07.685" v="2052" actId="26606"/>
          <ac:picMkLst>
            <pc:docMk/>
            <pc:sldMk cId="1366365572" sldId="270"/>
            <ac:picMk id="40" creationId="{BC3A7EEF-0C0C-1D5C-3847-DE7419F5D65D}"/>
          </ac:picMkLst>
        </pc:picChg>
        <pc:cxnChg chg="add del">
          <ac:chgData name="Tore Ausland" userId="aba57685-d7d9-45f9-a74d-a4b3d109653f" providerId="ADAL" clId="{E5506B60-D3AD-40A7-A7A8-2FC096261905}" dt="2024-08-07T06:57:07.677" v="2051" actId="26606"/>
          <ac:cxnSpMkLst>
            <pc:docMk/>
            <pc:sldMk cId="1366365572" sldId="270"/>
            <ac:cxnSpMk id="23" creationId="{27EBB3F9-D6F7-4F6A-8843-9FEBA15E4969}"/>
          </ac:cxnSpMkLst>
        </pc:cxnChg>
      </pc:sldChg>
      <pc:sldChg chg="addSp delSp modSp add mod setBg setClrOvrMap">
        <pc:chgData name="Tore Ausland" userId="aba57685-d7d9-45f9-a74d-a4b3d109653f" providerId="ADAL" clId="{E5506B60-D3AD-40A7-A7A8-2FC096261905}" dt="2024-08-07T06:54:20.247" v="1777" actId="26606"/>
        <pc:sldMkLst>
          <pc:docMk/>
          <pc:sldMk cId="2857597368" sldId="272"/>
        </pc:sldMkLst>
        <pc:spChg chg="mod">
          <ac:chgData name="Tore Ausland" userId="aba57685-d7d9-45f9-a74d-a4b3d109653f" providerId="ADAL" clId="{E5506B60-D3AD-40A7-A7A8-2FC096261905}" dt="2024-08-07T06:54:20.247" v="1777" actId="26606"/>
          <ac:spMkLst>
            <pc:docMk/>
            <pc:sldMk cId="2857597368" sldId="272"/>
            <ac:spMk id="2" creationId="{F88026DC-550B-A781-AA02-8C9C6360D4CE}"/>
          </ac:spMkLst>
        </pc:spChg>
        <pc:spChg chg="mod ord">
          <ac:chgData name="Tore Ausland" userId="aba57685-d7d9-45f9-a74d-a4b3d109653f" providerId="ADAL" clId="{E5506B60-D3AD-40A7-A7A8-2FC096261905}" dt="2024-08-07T06:54:20.247" v="1777" actId="26606"/>
          <ac:spMkLst>
            <pc:docMk/>
            <pc:sldMk cId="2857597368" sldId="272"/>
            <ac:spMk id="3" creationId="{93523F7B-DC99-782F-D6DC-C49BC5B1C85D}"/>
          </ac:spMkLst>
        </pc:spChg>
        <pc:spChg chg="add del">
          <ac:chgData name="Tore Ausland" userId="aba57685-d7d9-45f9-a74d-a4b3d109653f" providerId="ADAL" clId="{E5506B60-D3AD-40A7-A7A8-2FC096261905}" dt="2024-08-07T06:54:20.247" v="1777" actId="26606"/>
          <ac:spMkLst>
            <pc:docMk/>
            <pc:sldMk cId="2857597368" sldId="272"/>
            <ac:spMk id="36" creationId="{6A10670B-6568-4038-91D8-392C78C0CFE4}"/>
          </ac:spMkLst>
        </pc:spChg>
        <pc:spChg chg="add del">
          <ac:chgData name="Tore Ausland" userId="aba57685-d7d9-45f9-a74d-a4b3d109653f" providerId="ADAL" clId="{E5506B60-D3AD-40A7-A7A8-2FC096261905}" dt="2024-08-07T06:54:20.247" v="1777" actId="26606"/>
          <ac:spMkLst>
            <pc:docMk/>
            <pc:sldMk cId="2857597368" sldId="272"/>
            <ac:spMk id="38" creationId="{62163DB6-3EE7-474C-8726-1A05F7DE4229}"/>
          </ac:spMkLst>
        </pc:spChg>
        <pc:spChg chg="add del">
          <ac:chgData name="Tore Ausland" userId="aba57685-d7d9-45f9-a74d-a4b3d109653f" providerId="ADAL" clId="{E5506B60-D3AD-40A7-A7A8-2FC096261905}" dt="2024-08-07T06:54:20.247" v="1777" actId="26606"/>
          <ac:spMkLst>
            <pc:docMk/>
            <pc:sldMk cId="2857597368" sldId="272"/>
            <ac:spMk id="40" creationId="{57ABABA7-0420-4200-9B65-1C1967CE9373}"/>
          </ac:spMkLst>
        </pc:spChg>
        <pc:spChg chg="add del">
          <ac:chgData name="Tore Ausland" userId="aba57685-d7d9-45f9-a74d-a4b3d109653f" providerId="ADAL" clId="{E5506B60-D3AD-40A7-A7A8-2FC096261905}" dt="2024-08-07T06:54:20.247" v="1777" actId="26606"/>
          <ac:spMkLst>
            <pc:docMk/>
            <pc:sldMk cId="2857597368" sldId="272"/>
            <ac:spMk id="42" creationId="{A317EBE3-FF86-4DA1-BC9A-331F7F2144E9}"/>
          </ac:spMkLst>
        </pc:spChg>
        <pc:spChg chg="add del">
          <ac:chgData name="Tore Ausland" userId="aba57685-d7d9-45f9-a74d-a4b3d109653f" providerId="ADAL" clId="{E5506B60-D3AD-40A7-A7A8-2FC096261905}" dt="2024-08-07T06:54:20.236" v="1776" actId="26606"/>
          <ac:spMkLst>
            <pc:docMk/>
            <pc:sldMk cId="2857597368" sldId="272"/>
            <ac:spMk id="64" creationId="{35879851-1A1D-4246-AAA1-C484E858337D}"/>
          </ac:spMkLst>
        </pc:spChg>
        <pc:spChg chg="add">
          <ac:chgData name="Tore Ausland" userId="aba57685-d7d9-45f9-a74d-a4b3d109653f" providerId="ADAL" clId="{E5506B60-D3AD-40A7-A7A8-2FC096261905}" dt="2024-08-07T06:54:20.247" v="1777" actId="26606"/>
          <ac:spMkLst>
            <pc:docMk/>
            <pc:sldMk cId="2857597368" sldId="272"/>
            <ac:spMk id="91" creationId="{CE6C63DC-BAE4-42B6-8FDF-F6467C2D23AC}"/>
          </ac:spMkLst>
        </pc:spChg>
        <pc:spChg chg="add">
          <ac:chgData name="Tore Ausland" userId="aba57685-d7d9-45f9-a74d-a4b3d109653f" providerId="ADAL" clId="{E5506B60-D3AD-40A7-A7A8-2FC096261905}" dt="2024-08-07T06:54:20.247" v="1777" actId="26606"/>
          <ac:spMkLst>
            <pc:docMk/>
            <pc:sldMk cId="2857597368" sldId="272"/>
            <ac:spMk id="93" creationId="{5BD23F8E-2E78-4C84-8EFB-FE6C8ACB7F1F}"/>
          </ac:spMkLst>
        </pc:spChg>
        <pc:spChg chg="add">
          <ac:chgData name="Tore Ausland" userId="aba57685-d7d9-45f9-a74d-a4b3d109653f" providerId="ADAL" clId="{E5506B60-D3AD-40A7-A7A8-2FC096261905}" dt="2024-08-07T06:54:20.247" v="1777" actId="26606"/>
          <ac:spMkLst>
            <pc:docMk/>
            <pc:sldMk cId="2857597368" sldId="272"/>
            <ac:spMk id="95" creationId="{57ABABA7-0420-4200-9B65-1C1967CE9373}"/>
          </ac:spMkLst>
        </pc:spChg>
        <pc:spChg chg="add">
          <ac:chgData name="Tore Ausland" userId="aba57685-d7d9-45f9-a74d-a4b3d109653f" providerId="ADAL" clId="{E5506B60-D3AD-40A7-A7A8-2FC096261905}" dt="2024-08-07T06:54:20.247" v="1777" actId="26606"/>
          <ac:spMkLst>
            <pc:docMk/>
            <pc:sldMk cId="2857597368" sldId="272"/>
            <ac:spMk id="111" creationId="{8576F020-8157-45CE-B1D9-6FA47AFEB4FA}"/>
          </ac:spMkLst>
        </pc:spChg>
        <pc:grpChg chg="add del">
          <ac:chgData name="Tore Ausland" userId="aba57685-d7d9-45f9-a74d-a4b3d109653f" providerId="ADAL" clId="{E5506B60-D3AD-40A7-A7A8-2FC096261905}" dt="2024-08-07T06:54:20.247" v="1777" actId="26606"/>
          <ac:grpSpMkLst>
            <pc:docMk/>
            <pc:sldMk cId="2857597368" sldId="272"/>
            <ac:grpSpMk id="8" creationId="{04E9F44E-02E7-4A97-B7DB-1DB0F1F4EB04}"/>
          </ac:grpSpMkLst>
        </pc:grpChg>
        <pc:grpChg chg="add del">
          <ac:chgData name="Tore Ausland" userId="aba57685-d7d9-45f9-a74d-a4b3d109653f" providerId="ADAL" clId="{E5506B60-D3AD-40A7-A7A8-2FC096261905}" dt="2024-08-07T06:54:20.247" v="1777" actId="26606"/>
          <ac:grpSpMkLst>
            <pc:docMk/>
            <pc:sldMk cId="2857597368" sldId="272"/>
            <ac:grpSpMk id="22" creationId="{3F22DE9C-F188-48E2-A82C-4434A8EEEA57}"/>
          </ac:grpSpMkLst>
        </pc:grpChg>
        <pc:grpChg chg="add del">
          <ac:chgData name="Tore Ausland" userId="aba57685-d7d9-45f9-a74d-a4b3d109653f" providerId="ADAL" clId="{E5506B60-D3AD-40A7-A7A8-2FC096261905}" dt="2024-08-07T06:54:20.247" v="1777" actId="26606"/>
          <ac:grpSpMkLst>
            <pc:docMk/>
            <pc:sldMk cId="2857597368" sldId="272"/>
            <ac:grpSpMk id="46" creationId="{7A03E380-9CD1-4ABA-A763-9F9D252B8908}"/>
          </ac:grpSpMkLst>
        </pc:grpChg>
        <pc:grpChg chg="add">
          <ac:chgData name="Tore Ausland" userId="aba57685-d7d9-45f9-a74d-a4b3d109653f" providerId="ADAL" clId="{E5506B60-D3AD-40A7-A7A8-2FC096261905}" dt="2024-08-07T06:54:20.247" v="1777" actId="26606"/>
          <ac:grpSpMkLst>
            <pc:docMk/>
            <pc:sldMk cId="2857597368" sldId="272"/>
            <ac:grpSpMk id="63" creationId="{8CD25866-F15D-40A4-AEC5-47C044637AB7}"/>
          </ac:grpSpMkLst>
        </pc:grpChg>
        <pc:grpChg chg="add">
          <ac:chgData name="Tore Ausland" userId="aba57685-d7d9-45f9-a74d-a4b3d109653f" providerId="ADAL" clId="{E5506B60-D3AD-40A7-A7A8-2FC096261905}" dt="2024-08-07T06:54:20.247" v="1777" actId="26606"/>
          <ac:grpSpMkLst>
            <pc:docMk/>
            <pc:sldMk cId="2857597368" sldId="272"/>
            <ac:grpSpMk id="77" creationId="{0C4A17ED-96AA-44A6-A050-E1A7A1CDD9E7}"/>
          </ac:grpSpMkLst>
        </pc:grpChg>
        <pc:grpChg chg="add">
          <ac:chgData name="Tore Ausland" userId="aba57685-d7d9-45f9-a74d-a4b3d109653f" providerId="ADAL" clId="{E5506B60-D3AD-40A7-A7A8-2FC096261905}" dt="2024-08-07T06:54:20.247" v="1777" actId="26606"/>
          <ac:grpSpMkLst>
            <pc:docMk/>
            <pc:sldMk cId="2857597368" sldId="272"/>
            <ac:grpSpMk id="97" creationId="{7A03E380-9CD1-4ABA-A763-9F9D252B8908}"/>
          </ac:grpSpMkLst>
        </pc:grpChg>
        <pc:picChg chg="add del">
          <ac:chgData name="Tore Ausland" userId="aba57685-d7d9-45f9-a74d-a4b3d109653f" providerId="ADAL" clId="{E5506B60-D3AD-40A7-A7A8-2FC096261905}" dt="2024-08-07T06:54:20.236" v="1776" actId="26606"/>
          <ac:picMkLst>
            <pc:docMk/>
            <pc:sldMk cId="2857597368" sldId="272"/>
            <ac:picMk id="60" creationId="{C93261A7-C431-1652-1055-B7FE025BFB53}"/>
          </ac:picMkLst>
        </pc:picChg>
        <pc:cxnChg chg="add del">
          <ac:chgData name="Tore Ausland" userId="aba57685-d7d9-45f9-a74d-a4b3d109653f" providerId="ADAL" clId="{E5506B60-D3AD-40A7-A7A8-2FC096261905}" dt="2024-08-07T06:54:20.247" v="1777" actId="26606"/>
          <ac:cxnSpMkLst>
            <pc:docMk/>
            <pc:sldMk cId="2857597368" sldId="272"/>
            <ac:cxnSpMk id="44" creationId="{34D43EC1-35FA-4FC3-8526-F655CEB09D9C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F3C59A-67FA-4C2D-A941-6A5794022BE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D210204-6179-4853-8BC1-36004080F64A}">
      <dgm:prSet/>
      <dgm:spPr/>
      <dgm:t>
        <a:bodyPr/>
        <a:lstStyle/>
        <a:p>
          <a:r>
            <a:rPr lang="en-US" dirty="0" err="1"/>
            <a:t>Samtale</a:t>
          </a:r>
          <a:r>
            <a:rPr lang="en-US" dirty="0"/>
            <a:t> med Revisor 05.08.2024</a:t>
          </a:r>
        </a:p>
      </dgm:t>
    </dgm:pt>
    <dgm:pt modelId="{4037D734-80B5-45C3-B2AF-C553681999F6}" type="parTrans" cxnId="{AC22AFF6-16AE-49BE-B3A0-25CAE90500A3}">
      <dgm:prSet/>
      <dgm:spPr/>
      <dgm:t>
        <a:bodyPr/>
        <a:lstStyle/>
        <a:p>
          <a:endParaRPr lang="en-US"/>
        </a:p>
      </dgm:t>
    </dgm:pt>
    <dgm:pt modelId="{CAA673FA-CBC7-4C3D-B287-B8848C2AFCC0}" type="sibTrans" cxnId="{AC22AFF6-16AE-49BE-B3A0-25CAE90500A3}">
      <dgm:prSet/>
      <dgm:spPr/>
      <dgm:t>
        <a:bodyPr/>
        <a:lstStyle/>
        <a:p>
          <a:endParaRPr lang="en-US"/>
        </a:p>
      </dgm:t>
    </dgm:pt>
    <dgm:pt modelId="{D03783A2-BFF6-4428-BE21-44515B15A235}">
      <dgm:prSet/>
      <dgm:spPr/>
      <dgm:t>
        <a:bodyPr/>
        <a:lstStyle/>
        <a:p>
          <a:r>
            <a:rPr lang="nb-NO"/>
            <a:t>BDO går med på at FOS betaler fakturaer for NOK 50 000,-, vi bekrefter dato for betaling og de ferdigstiller regnskap.</a:t>
          </a:r>
          <a:endParaRPr lang="en-US"/>
        </a:p>
      </dgm:t>
    </dgm:pt>
    <dgm:pt modelId="{91F0B23D-1EB4-44E2-9489-0BB49836B91A}" type="parTrans" cxnId="{C77BC75A-CB8C-4CC9-985B-98FE00B4567B}">
      <dgm:prSet/>
      <dgm:spPr/>
      <dgm:t>
        <a:bodyPr/>
        <a:lstStyle/>
        <a:p>
          <a:endParaRPr lang="en-US"/>
        </a:p>
      </dgm:t>
    </dgm:pt>
    <dgm:pt modelId="{1EF897EA-531C-4787-BD50-6B4061A4603F}" type="sibTrans" cxnId="{C77BC75A-CB8C-4CC9-985B-98FE00B4567B}">
      <dgm:prSet/>
      <dgm:spPr/>
      <dgm:t>
        <a:bodyPr/>
        <a:lstStyle/>
        <a:p>
          <a:endParaRPr lang="en-US"/>
        </a:p>
      </dgm:t>
    </dgm:pt>
    <dgm:pt modelId="{546ED8A1-5331-49E0-9C31-9AF24FDEC168}" type="pres">
      <dgm:prSet presAssocID="{F2F3C59A-67FA-4C2D-A941-6A5794022BE7}" presName="Name0" presStyleCnt="0">
        <dgm:presLayoutVars>
          <dgm:dir/>
          <dgm:resizeHandles val="exact"/>
        </dgm:presLayoutVars>
      </dgm:prSet>
      <dgm:spPr/>
    </dgm:pt>
    <dgm:pt modelId="{390E08CF-F32A-4345-A55A-28EF09518357}" type="pres">
      <dgm:prSet presAssocID="{ED210204-6179-4853-8BC1-36004080F64A}" presName="node" presStyleLbl="node1" presStyleIdx="0" presStyleCnt="2">
        <dgm:presLayoutVars>
          <dgm:bulletEnabled val="1"/>
        </dgm:presLayoutVars>
      </dgm:prSet>
      <dgm:spPr/>
    </dgm:pt>
    <dgm:pt modelId="{B5EC4423-F77E-4198-A6E6-7C6B69235F96}" type="pres">
      <dgm:prSet presAssocID="{CAA673FA-CBC7-4C3D-B287-B8848C2AFCC0}" presName="sibTrans" presStyleLbl="sibTrans1D1" presStyleIdx="0" presStyleCnt="1"/>
      <dgm:spPr/>
    </dgm:pt>
    <dgm:pt modelId="{3691DC6D-7C9D-4525-A97C-032F549D95A0}" type="pres">
      <dgm:prSet presAssocID="{CAA673FA-CBC7-4C3D-B287-B8848C2AFCC0}" presName="connectorText" presStyleLbl="sibTrans1D1" presStyleIdx="0" presStyleCnt="1"/>
      <dgm:spPr/>
    </dgm:pt>
    <dgm:pt modelId="{71BE0E39-0678-41BA-BD43-65C8546C25F3}" type="pres">
      <dgm:prSet presAssocID="{D03783A2-BFF6-4428-BE21-44515B15A235}" presName="node" presStyleLbl="node1" presStyleIdx="1" presStyleCnt="2">
        <dgm:presLayoutVars>
          <dgm:bulletEnabled val="1"/>
        </dgm:presLayoutVars>
      </dgm:prSet>
      <dgm:spPr/>
    </dgm:pt>
  </dgm:ptLst>
  <dgm:cxnLst>
    <dgm:cxn modelId="{B1D12012-6784-4520-9C00-ED4F3DC0417C}" type="presOf" srcId="{ED210204-6179-4853-8BC1-36004080F64A}" destId="{390E08CF-F32A-4345-A55A-28EF09518357}" srcOrd="0" destOrd="0" presId="urn:microsoft.com/office/officeart/2016/7/layout/RepeatingBendingProcessNew"/>
    <dgm:cxn modelId="{0E4BE442-5B54-4F7C-87CF-702DEE468253}" type="presOf" srcId="{CAA673FA-CBC7-4C3D-B287-B8848C2AFCC0}" destId="{B5EC4423-F77E-4198-A6E6-7C6B69235F96}" srcOrd="0" destOrd="0" presId="urn:microsoft.com/office/officeart/2016/7/layout/RepeatingBendingProcessNew"/>
    <dgm:cxn modelId="{E2477066-3319-4E01-9822-495855A7ED06}" type="presOf" srcId="{CAA673FA-CBC7-4C3D-B287-B8848C2AFCC0}" destId="{3691DC6D-7C9D-4525-A97C-032F549D95A0}" srcOrd="1" destOrd="0" presId="urn:microsoft.com/office/officeart/2016/7/layout/RepeatingBendingProcessNew"/>
    <dgm:cxn modelId="{C77BC75A-CB8C-4CC9-985B-98FE00B4567B}" srcId="{F2F3C59A-67FA-4C2D-A941-6A5794022BE7}" destId="{D03783A2-BFF6-4428-BE21-44515B15A235}" srcOrd="1" destOrd="0" parTransId="{91F0B23D-1EB4-44E2-9489-0BB49836B91A}" sibTransId="{1EF897EA-531C-4787-BD50-6B4061A4603F}"/>
    <dgm:cxn modelId="{7D47719B-5808-4CC7-915C-94F752CB9866}" type="presOf" srcId="{F2F3C59A-67FA-4C2D-A941-6A5794022BE7}" destId="{546ED8A1-5331-49E0-9C31-9AF24FDEC168}" srcOrd="0" destOrd="0" presId="urn:microsoft.com/office/officeart/2016/7/layout/RepeatingBendingProcessNew"/>
    <dgm:cxn modelId="{FE8A50C1-2C85-47A3-84AD-1F2BAA8FE900}" type="presOf" srcId="{D03783A2-BFF6-4428-BE21-44515B15A235}" destId="{71BE0E39-0678-41BA-BD43-65C8546C25F3}" srcOrd="0" destOrd="0" presId="urn:microsoft.com/office/officeart/2016/7/layout/RepeatingBendingProcessNew"/>
    <dgm:cxn modelId="{AC22AFF6-16AE-49BE-B3A0-25CAE90500A3}" srcId="{F2F3C59A-67FA-4C2D-A941-6A5794022BE7}" destId="{ED210204-6179-4853-8BC1-36004080F64A}" srcOrd="0" destOrd="0" parTransId="{4037D734-80B5-45C3-B2AF-C553681999F6}" sibTransId="{CAA673FA-CBC7-4C3D-B287-B8848C2AFCC0}"/>
    <dgm:cxn modelId="{51002619-C755-40D7-BBFD-C9F8FBC0BB1A}" type="presParOf" srcId="{546ED8A1-5331-49E0-9C31-9AF24FDEC168}" destId="{390E08CF-F32A-4345-A55A-28EF09518357}" srcOrd="0" destOrd="0" presId="urn:microsoft.com/office/officeart/2016/7/layout/RepeatingBendingProcessNew"/>
    <dgm:cxn modelId="{D49C4C4C-35EF-4EDA-9731-E688A208073E}" type="presParOf" srcId="{546ED8A1-5331-49E0-9C31-9AF24FDEC168}" destId="{B5EC4423-F77E-4198-A6E6-7C6B69235F96}" srcOrd="1" destOrd="0" presId="urn:microsoft.com/office/officeart/2016/7/layout/RepeatingBendingProcessNew"/>
    <dgm:cxn modelId="{6CF8776D-FC36-4FE8-B114-B76C0C394987}" type="presParOf" srcId="{B5EC4423-F77E-4198-A6E6-7C6B69235F96}" destId="{3691DC6D-7C9D-4525-A97C-032F549D95A0}" srcOrd="0" destOrd="0" presId="urn:microsoft.com/office/officeart/2016/7/layout/RepeatingBendingProcessNew"/>
    <dgm:cxn modelId="{3D4E8BE9-74B7-4929-AC83-533123DA829A}" type="presParOf" srcId="{546ED8A1-5331-49E0-9C31-9AF24FDEC168}" destId="{71BE0E39-0678-41BA-BD43-65C8546C25F3}" srcOrd="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EC4423-F77E-4198-A6E6-7C6B69235F96}">
      <dsp:nvSpPr>
        <dsp:cNvPr id="0" name=""/>
        <dsp:cNvSpPr/>
      </dsp:nvSpPr>
      <dsp:spPr>
        <a:xfrm>
          <a:off x="3370386" y="2207813"/>
          <a:ext cx="91440" cy="81495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14952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94967" y="2611061"/>
        <a:ext cx="42277" cy="8455"/>
      </dsp:txXfrm>
    </dsp:sp>
    <dsp:sp modelId="{390E08CF-F32A-4345-A55A-28EF09518357}">
      <dsp:nvSpPr>
        <dsp:cNvPr id="0" name=""/>
        <dsp:cNvSpPr/>
      </dsp:nvSpPr>
      <dsp:spPr>
        <a:xfrm>
          <a:off x="1577947" y="3822"/>
          <a:ext cx="3676317" cy="220579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143" tIns="189091" rIns="180143" bIns="18909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Samtale</a:t>
          </a:r>
          <a:r>
            <a:rPr lang="en-US" sz="2100" kern="1200" dirty="0"/>
            <a:t> med Revisor 05.08.2024</a:t>
          </a:r>
        </a:p>
      </dsp:txBody>
      <dsp:txXfrm>
        <a:off x="1577947" y="3822"/>
        <a:ext cx="3676317" cy="2205790"/>
      </dsp:txXfrm>
    </dsp:sp>
    <dsp:sp modelId="{71BE0E39-0678-41BA-BD43-65C8546C25F3}">
      <dsp:nvSpPr>
        <dsp:cNvPr id="0" name=""/>
        <dsp:cNvSpPr/>
      </dsp:nvSpPr>
      <dsp:spPr>
        <a:xfrm>
          <a:off x="1577947" y="3055165"/>
          <a:ext cx="3676317" cy="220579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143" tIns="189091" rIns="180143" bIns="18909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100" kern="1200"/>
            <a:t>BDO går med på at FOS betaler fakturaer for NOK 50 000,-, vi bekrefter dato for betaling og de ferdigstiller regnskap.</a:t>
          </a:r>
          <a:endParaRPr lang="en-US" sz="2100" kern="1200"/>
        </a:p>
      </dsp:txBody>
      <dsp:txXfrm>
        <a:off x="1577947" y="3055165"/>
        <a:ext cx="3676317" cy="22057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b-NO"/>
              <a:t>Klikk for å redigere undertittelstil i malen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07.08.2024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46658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07.08.2024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33498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07.08.2024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22419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07.08.2024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18671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07.08.2024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38921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07.08.2024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0734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07.08.2024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30731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07.08.2024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53629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07.08.2024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0530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07.08.2024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96003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tat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07.08.2024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8282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07.08.2024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61281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 med s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07.08.2024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7435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n eller Usa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07.08.2024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111250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07.08.2024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29433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07.08.2024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4428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19461-F96B-489D-ADBE-B52B06B3DC50}" type="datetimeFigureOut">
              <a:rPr lang="nb-NO" smtClean="0"/>
              <a:t>07.08.2024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407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1819F9-8CAC-4A6C-8F06-0482027F9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7DC468D8-0E82-B54D-B804-21F849388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3062" y="4127644"/>
            <a:ext cx="8131550" cy="1126283"/>
          </a:xfrm>
        </p:spPr>
        <p:txBody>
          <a:bodyPr>
            <a:normAutofit/>
          </a:bodyPr>
          <a:lstStyle/>
          <a:p>
            <a:r>
              <a:rPr lang="nb-NO" dirty="0"/>
              <a:t>07.08.2024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36D1AE01-C709-9B46-4466-EE6D2C2A3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3062" y="1864865"/>
            <a:ext cx="8131550" cy="2262781"/>
          </a:xfrm>
        </p:spPr>
        <p:txBody>
          <a:bodyPr>
            <a:normAutofit/>
          </a:bodyPr>
          <a:lstStyle/>
          <a:p>
            <a:r>
              <a:rPr lang="nb-NO"/>
              <a:t>Shareholder meeting FOS</a:t>
            </a:r>
            <a:endParaRPr lang="nb-NO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98CC08-AEC2-4E8F-8F52-0F5C6372D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D1545E6-EB3C-4478-A661-A2CA963F1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B2E5B960-0C5D-4F77-8E9F-9F3D883D8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258E44FC-92AD-43A0-BB05-DB268C82D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C63D3083-A56C-4199-8DE0-63C8BE9ED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C7CD3581-635D-438F-A64F-68404E7AE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D6904C0-211C-41A2-BDB8-3B07C90B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B0837DA6-CAF9-4E78-A39E-6358EDE2B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0A99DD7D-3AB3-471E-842F-8AFEA09D0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9C70B0D4-92FE-478F-86BD-93BA2C4DF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C9156BE6-11D4-4696-9E3F-C325BFAC81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4E667226-1D20-4A9D-BBE3-AC17EA436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2F87E3B6-5202-4434-9B26-42B46774F3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AEA5E85F-F1F4-40E4-A62C-95324F674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0A75861-F6C5-44A9-B161-B03701CBD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2EE642D-4F69-47C0-99BA-CE4350357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26178CE4-DA2D-46EA-AB8D-341C5AC56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98E9F53-8381-4FA5-A510-846925D24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B13CE284-F21E-411B-BB8E-9C03B853C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23DF4578-4703-437C-A797-2A2D0CEE5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F878F330-AF64-4F8F-88FD-A4A408D6D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AC9B00BF-4FB7-42FA-BBBD-7DB54ED3F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BD3D64CA-2AAD-4609-8DAA-3EAD4609A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C669E05A-8550-4E91-B29E-E1912228E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8C1FD53-1E8F-46CA-BC2D-FCEC4DAE0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CC97A31F-CFDE-4EA3-98F1-13FDD1670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9E1540E7-E6C3-4907-B70A-B17568365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40" name="Freeform 11">
            <a:extLst>
              <a:ext uri="{FF2B5EF4-FFF2-40B4-BE49-F238E27FC236}">
                <a16:creationId xmlns:a16="http://schemas.microsoft.com/office/drawing/2014/main" id="{1310EFE2-B91D-47E7-B117-C2A802800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04791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CD864AE-D826-6024-610A-657AFE581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Agenda iht. aksjons punkter 02.08.2024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A6CE576-10CE-20F5-CC7D-502EAD186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836" y="1905000"/>
            <a:ext cx="3793300" cy="3777622"/>
          </a:xfrm>
        </p:spPr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solidFill>
                  <a:srgbClr val="242424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Oppdatert likviditets oversikt. (Runar/Hans Erik</a:t>
            </a:r>
          </a:p>
          <a:p>
            <a:pPr>
              <a:buFont typeface="+mj-lt"/>
              <a:buAutoNum type="arabicPeriod"/>
            </a:pPr>
            <a:r>
              <a:rPr lang="nb-NO" sz="1200" b="1" dirty="0">
                <a:solidFill>
                  <a:srgbClr val="242424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Leverandør gjeld handtering, (Tore)</a:t>
            </a:r>
          </a:p>
          <a:p>
            <a:pPr>
              <a:buFont typeface="+mj-lt"/>
              <a:buAutoNum type="arabicPeriod"/>
            </a:pPr>
            <a:r>
              <a:rPr lang="nb-NO" sz="1200" b="1" dirty="0">
                <a:solidFill>
                  <a:srgbClr val="242424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Oversikt over Låneavtaler(Tore)</a:t>
            </a:r>
            <a:endParaRPr lang="nb-NO" sz="1200" dirty="0">
              <a:solidFill>
                <a:srgbClr val="242424"/>
              </a:solidFill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solidFill>
                  <a:srgbClr val="242424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Gi litt me</a:t>
            </a:r>
            <a:r>
              <a:rPr lang="nb-NO" sz="1200" b="1" dirty="0">
                <a:solidFill>
                  <a:srgbClr val="242424"/>
                </a:solidFill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r innsikt i Sveits avtalen, eks. når kan vi forvente kapital inn i FOS. Runar/Hans Erik</a:t>
            </a:r>
            <a:endParaRPr lang="nb-NO" sz="1200" dirty="0">
              <a:solidFill>
                <a:srgbClr val="242424"/>
              </a:solidFill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solidFill>
                  <a:srgbClr val="242424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Årsregnskap FOS(Tore)</a:t>
            </a:r>
            <a:endParaRPr lang="nb-NO" sz="1200" dirty="0">
              <a:solidFill>
                <a:srgbClr val="242424"/>
              </a:solidFill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solidFill>
                  <a:srgbClr val="242424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AGA(Tore)</a:t>
            </a:r>
            <a:endParaRPr lang="nb-NO" sz="1200" dirty="0">
              <a:solidFill>
                <a:srgbClr val="242424"/>
              </a:solidFill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solidFill>
                  <a:srgbClr val="242424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Samordnet registermelding styreleder(Tore</a:t>
            </a:r>
            <a:endParaRPr lang="nb-NO" sz="1200" dirty="0">
              <a:solidFill>
                <a:srgbClr val="242424"/>
              </a:solidFill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200" b="1" dirty="0">
                <a:solidFill>
                  <a:srgbClr val="242424"/>
                </a:solidFill>
                <a:effectLst/>
                <a:latin typeface="+mj-lt"/>
                <a:ea typeface="Times New Roman" panose="02020603050405020304" pitchFamily="18" charset="0"/>
                <a:cs typeface="Aptos" panose="020B0004020202020204" pitchFamily="34" charset="0"/>
              </a:rPr>
              <a:t>AOB</a:t>
            </a:r>
            <a:endParaRPr lang="nb-NO" sz="1200" dirty="0">
              <a:solidFill>
                <a:srgbClr val="242424"/>
              </a:solidFill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698F2387-816B-135D-2785-B20EE9EE7DAF}"/>
              </a:ext>
            </a:extLst>
          </p:cNvPr>
          <p:cNvSpPr txBox="1">
            <a:spLocks/>
          </p:cNvSpPr>
          <p:nvPr/>
        </p:nvSpPr>
        <p:spPr>
          <a:xfrm>
            <a:off x="6531866" y="1905000"/>
            <a:ext cx="3793300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b-NO" dirty="0"/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089E5420-7310-3BA2-DC1C-4F177A3D8326}"/>
              </a:ext>
            </a:extLst>
          </p:cNvPr>
          <p:cNvSpPr txBox="1"/>
          <p:nvPr/>
        </p:nvSpPr>
        <p:spPr>
          <a:xfrm>
            <a:off x="6531866" y="1905000"/>
            <a:ext cx="3793300" cy="3380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Updated liquidity overview. (Runar/Hans Erik)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Supplier debt handling(Tore)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Overview of loan agreements(Tore)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Provide more insight into the Swiss agreement, </a:t>
            </a:r>
            <a:r>
              <a:rPr lang="en-US" sz="1200" b="1" dirty="0" err="1">
                <a:solidFill>
                  <a:srgbClr val="24242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e.g</a:t>
            </a:r>
            <a:r>
              <a:rPr lang="en-US" sz="1200" b="1" dirty="0">
                <a:solidFill>
                  <a:srgbClr val="24242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 when can we expect capital into FOS. Runar/Hans Erik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Annual accounts FOS(Tore)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AGA(Tore)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Coordinated register notification for chairman of the board(Tore)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AOB</a:t>
            </a:r>
            <a:endParaRPr lang="nb-NO" sz="1200" b="1" dirty="0">
              <a:solidFill>
                <a:srgbClr val="242424"/>
              </a:solidFill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919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7">
            <a:extLst>
              <a:ext uri="{FF2B5EF4-FFF2-40B4-BE49-F238E27FC236}">
                <a16:creationId xmlns:a16="http://schemas.microsoft.com/office/drawing/2014/main" id="{35879851-1A1D-4246-AAA1-C484E8583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18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73" descr="Diagram i et dokument med penn">
            <a:extLst>
              <a:ext uri="{FF2B5EF4-FFF2-40B4-BE49-F238E27FC236}">
                <a16:creationId xmlns:a16="http://schemas.microsoft.com/office/drawing/2014/main" id="{E321A5FA-D9B4-C6D3-6C99-CD56B74641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511" b="14220"/>
          <a:stretch/>
        </p:blipFill>
        <p:spPr>
          <a:xfrm>
            <a:off x="-8825" y="10"/>
            <a:ext cx="12192000" cy="6857990"/>
          </a:xfrm>
          <a:prstGeom prst="rect">
            <a:avLst/>
          </a:prstGeom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513" y="624110"/>
            <a:ext cx="8911687" cy="1280890"/>
          </a:xfr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b="1">
                <a:solidFill>
                  <a:schemeClr val="tx1"/>
                </a:solidFill>
                <a:effectLst/>
              </a:rPr>
              <a:t>Oppdatert likviditets oversikt.</a:t>
            </a:r>
            <a:endParaRPr lang="en-US">
              <a:solidFill>
                <a:schemeClr val="tx1"/>
              </a:solidFill>
              <a:effectLst/>
            </a:endParaRP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1800" y="2133600"/>
            <a:ext cx="8915400" cy="377762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/>
              <a:t>Den nye </a:t>
            </a:r>
            <a:r>
              <a:rPr lang="en-US" err="1"/>
              <a:t>likviditets</a:t>
            </a:r>
            <a:r>
              <a:rPr lang="en-US"/>
              <a:t> </a:t>
            </a:r>
            <a:r>
              <a:rPr lang="en-US" err="1"/>
              <a:t>oversikten</a:t>
            </a:r>
            <a:r>
              <a:rPr lang="en-US"/>
              <a:t> </a:t>
            </a:r>
            <a:r>
              <a:rPr lang="en-US" err="1"/>
              <a:t>inkluderer</a:t>
            </a:r>
            <a:r>
              <a:rPr lang="en-US"/>
              <a:t> alle </a:t>
            </a:r>
            <a:r>
              <a:rPr lang="en-US" err="1"/>
              <a:t>kjente</a:t>
            </a:r>
            <a:r>
              <a:rPr lang="en-US"/>
              <a:t> </a:t>
            </a:r>
            <a:r>
              <a:rPr lang="en-US" err="1"/>
              <a:t>kostnader</a:t>
            </a:r>
            <a:r>
              <a:rPr lang="en-US"/>
              <a:t> </a:t>
            </a:r>
            <a:r>
              <a:rPr lang="en-US" err="1"/>
              <a:t>og</a:t>
            </a:r>
            <a:r>
              <a:rPr lang="en-US"/>
              <a:t> er </a:t>
            </a:r>
            <a:r>
              <a:rPr lang="en-US" err="1"/>
              <a:t>en</a:t>
            </a:r>
            <a:r>
              <a:rPr lang="en-US"/>
              <a:t> prognose </a:t>
            </a:r>
            <a:r>
              <a:rPr lang="en-US" err="1"/>
              <a:t>som</a:t>
            </a:r>
            <a:r>
              <a:rPr lang="en-US"/>
              <a:t> </a:t>
            </a:r>
            <a:r>
              <a:rPr lang="en-US" err="1"/>
              <a:t>viser</a:t>
            </a:r>
            <a:r>
              <a:rPr lang="en-US"/>
              <a:t> </a:t>
            </a:r>
            <a:r>
              <a:rPr lang="en-US" err="1"/>
              <a:t>realitetene</a:t>
            </a:r>
            <a:r>
              <a:rPr lang="en-US"/>
              <a:t> </a:t>
            </a:r>
            <a:r>
              <a:rPr lang="en-US" err="1"/>
              <a:t>inkludert</a:t>
            </a:r>
            <a:r>
              <a:rPr lang="en-US"/>
              <a:t> 52000EURO </a:t>
            </a:r>
            <a:r>
              <a:rPr lang="en-US" err="1"/>
              <a:t>til</a:t>
            </a:r>
            <a:r>
              <a:rPr lang="en-US"/>
              <a:t> </a:t>
            </a:r>
            <a:r>
              <a:rPr lang="en-US" err="1"/>
              <a:t>Sveits</a:t>
            </a:r>
            <a:r>
              <a:rPr lang="en-US"/>
              <a:t>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Runar/Hans Erik </a:t>
            </a:r>
            <a:r>
              <a:rPr lang="en-US" err="1"/>
              <a:t>informerer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484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B2EC7880-C5D9-40A8-A6B0-3198AD07A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4619543" cy="6854038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z="3300" b="1">
                <a:solidFill>
                  <a:schemeClr val="tx1"/>
                </a:solidFill>
                <a:effectLst/>
              </a:rPr>
              <a:t>Leverandør gjeld handtering.</a:t>
            </a:r>
            <a:endParaRPr lang="en-US" sz="3300">
              <a:solidFill>
                <a:schemeClr val="tx1"/>
              </a:solidFill>
              <a:effectLst/>
            </a:endParaRP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Clr>
                <a:srgbClr val="D79D8D"/>
              </a:buClr>
              <a:buNone/>
            </a:pPr>
            <a:r>
              <a:rPr lang="en-US" dirty="0"/>
              <a:t>Dialog med </a:t>
            </a:r>
            <a:r>
              <a:rPr lang="en-US" dirty="0" err="1"/>
              <a:t>leverandørene</a:t>
            </a:r>
            <a:r>
              <a:rPr lang="en-US" dirty="0"/>
              <a:t> er et must I </a:t>
            </a:r>
            <a:r>
              <a:rPr lang="en-US" dirty="0" err="1"/>
              <a:t>denne</a:t>
            </a:r>
            <a:r>
              <a:rPr lang="en-US" dirty="0"/>
              <a:t> </a:t>
            </a:r>
            <a:r>
              <a:rPr lang="en-US" dirty="0" err="1"/>
              <a:t>perioden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delbetaling</a:t>
            </a:r>
            <a:r>
              <a:rPr lang="en-US" dirty="0"/>
              <a:t> </a:t>
            </a:r>
            <a:r>
              <a:rPr lang="en-US" dirty="0" err="1"/>
              <a:t>vil</a:t>
            </a:r>
            <a:r>
              <a:rPr lang="en-US" dirty="0"/>
              <a:t> </a:t>
            </a:r>
            <a:r>
              <a:rPr lang="en-US" dirty="0" err="1"/>
              <a:t>foregå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noen</a:t>
            </a:r>
            <a:r>
              <a:rPr lang="en-US" dirty="0"/>
              <a:t> </a:t>
            </a:r>
            <a:r>
              <a:rPr lang="en-US" dirty="0" err="1"/>
              <a:t>leverandører</a:t>
            </a:r>
            <a:r>
              <a:rPr lang="en-US" dirty="0"/>
              <a:t>. </a:t>
            </a:r>
          </a:p>
          <a:p>
            <a:pPr marL="0" indent="0">
              <a:buClr>
                <a:srgbClr val="D79D8D"/>
              </a:buClr>
              <a:buNone/>
            </a:pPr>
            <a:endParaRPr lang="en-US" dirty="0"/>
          </a:p>
          <a:p>
            <a:pPr marL="0" indent="0">
              <a:buClr>
                <a:srgbClr val="D79D8D"/>
              </a:buClr>
              <a:buNone/>
            </a:pPr>
            <a:r>
              <a:rPr lang="en-US" dirty="0"/>
              <a:t>Eksempel: BDO Starter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regnskapet</a:t>
            </a:r>
            <a:r>
              <a:rPr lang="en-US" dirty="0"/>
              <a:t> </a:t>
            </a:r>
            <a:r>
              <a:rPr lang="en-US" dirty="0" err="1"/>
              <a:t>når</a:t>
            </a:r>
            <a:r>
              <a:rPr lang="en-US" dirty="0"/>
              <a:t> det vet </a:t>
            </a:r>
            <a:r>
              <a:rPr lang="en-US" dirty="0" err="1"/>
              <a:t>hvilken</a:t>
            </a:r>
            <a:r>
              <a:rPr lang="en-US" dirty="0"/>
              <a:t> </a:t>
            </a:r>
            <a:r>
              <a:rPr lang="en-US" dirty="0" err="1"/>
              <a:t>dag</a:t>
            </a:r>
            <a:r>
              <a:rPr lang="en-US" dirty="0"/>
              <a:t> de </a:t>
            </a:r>
            <a:r>
              <a:rPr lang="en-US" dirty="0" err="1"/>
              <a:t>får</a:t>
            </a:r>
            <a:r>
              <a:rPr lang="en-US" dirty="0"/>
              <a:t> inn </a:t>
            </a:r>
            <a:r>
              <a:rPr lang="en-US" dirty="0" err="1"/>
              <a:t>betaling</a:t>
            </a:r>
            <a:r>
              <a:rPr lang="en-US" dirty="0"/>
              <a:t> av to </a:t>
            </a:r>
            <a:r>
              <a:rPr lang="en-US" dirty="0" err="1"/>
              <a:t>fakturaer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ca. 50 000.-</a:t>
            </a:r>
          </a:p>
        </p:txBody>
      </p:sp>
      <p:pic>
        <p:nvPicPr>
          <p:cNvPr id="60" name="Picture 59" descr="Hvit kalkulator">
            <a:extLst>
              <a:ext uri="{FF2B5EF4-FFF2-40B4-BE49-F238E27FC236}">
                <a16:creationId xmlns:a16="http://schemas.microsoft.com/office/drawing/2014/main" id="{5BD5651D-C34C-353E-A50D-87DEEAF97E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295" b="-1"/>
          <a:stretch/>
        </p:blipFill>
        <p:spPr>
          <a:xfrm>
            <a:off x="4619543" y="10"/>
            <a:ext cx="757245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65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A46F010-D160-4609-8979-FFD8C1EA6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062" y="624110"/>
            <a:ext cx="8131550" cy="1280890"/>
          </a:xfrm>
        </p:spPr>
        <p:txBody>
          <a:bodyPr>
            <a:normAutofit/>
          </a:bodyPr>
          <a:lstStyle/>
          <a:p>
            <a:pPr lvl="0"/>
            <a:r>
              <a:rPr lang="nb-NO" b="1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Oversikt Låneavtaler</a:t>
            </a:r>
            <a:endParaRPr lang="nb-NO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8C4F6-C3AC-4C94-8EC7-E4F7B7E9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B789310-9859-4942-98C8-3D2F12AAA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FE9E5460-2AA9-4786-B69C-23DBEF356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E344A2AF-3860-4427-B13E-98021C17A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DDBDD44E-1DC0-48AB-8FEC-E098D9197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3151FF3E-5E3F-4D82-A684-0003BACEA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C6CBF27E-7F0C-4489-95A7-82DE1C046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233BE304-221E-425E-A484-4B2E5F405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10D5734E-EAEA-4A08-86A9-39BD5563E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4D47FE86-98D1-4E35-86E4-16E9A19A6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F00661F9-B224-4DB1-8EFB-ABF9402BD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679DCB4E-8D36-4B7A-AF0C-8399F113A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4FAD51F6-D24C-4FD6-BEAE-41F0E5A82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87AC773F-6D31-458A-9DD7-76566C8A9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F1CEC7A-E419-4950-AA57-B00546C29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AE7DCD1-5235-45E8-B229-15A3E3962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C82E58C3-65A5-4079-BF94-E675AA410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AABE1FA-6DC8-4A47-AC5C-F05B9C111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17BB7298-8900-4C67-B800-BD241F019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EE3442F8-53C2-490C-94EF-E423ECB95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DBEA916-8B10-493A-8CBF-9B5FA2A4A0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248DB27B-F9EA-4F81-A746-7D57B768E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998E5C90-2A81-4013-AE09-2023B4407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86A8318B-7607-4519-8EEB-C7DD50965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5009FB1B-4865-45DB-8727-F012E3ACA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5B209B64-3A98-4B1A-857A-2368AFED6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EB3B5D03-7AE3-411C-A820-6844E7D0C6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40" name="Freeform 11">
            <a:extLst>
              <a:ext uri="{FF2B5EF4-FFF2-40B4-BE49-F238E27FC236}">
                <a16:creationId xmlns:a16="http://schemas.microsoft.com/office/drawing/2014/main" id="{91328346-8BAD-4616-B50B-5CFDA5648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3062" y="2133600"/>
            <a:ext cx="8131550" cy="2819401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nb-NO" sz="1100" dirty="0">
                <a:highlight>
                  <a:srgbClr val="00FF00"/>
                </a:highlight>
              </a:rPr>
              <a:t>Arne </a:t>
            </a:r>
            <a:r>
              <a:rPr lang="nb-NO" sz="1100" dirty="0" err="1">
                <a:highlight>
                  <a:srgbClr val="00FF00"/>
                </a:highlight>
              </a:rPr>
              <a:t>Gåskjenn</a:t>
            </a:r>
            <a:r>
              <a:rPr lang="nb-NO" sz="1100" dirty="0">
                <a:highlight>
                  <a:srgbClr val="00FF00"/>
                </a:highlight>
              </a:rPr>
              <a:t> , Avtale signert/BETALT/ 250 000,-.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Musa Adnin, Avtale ikke signert/IKKE BETALT/ NOK 400 000,-/ (</a:t>
            </a:r>
            <a:r>
              <a:rPr lang="nb-NO" sz="1100" dirty="0">
                <a:highlight>
                  <a:srgbClr val="FFFF00"/>
                </a:highlight>
              </a:rPr>
              <a:t>Forbehold</a:t>
            </a:r>
            <a:r>
              <a:rPr lang="nb-NO" sz="1100" dirty="0"/>
              <a:t>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Rasmus Nordbø, Avtale ikke signert/IKKE BETALT/ NOK 300 000,- /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Frank Hinrichsen , </a:t>
            </a:r>
            <a:r>
              <a:rPr lang="nb-NO" sz="1100" dirty="0">
                <a:highlight>
                  <a:srgbClr val="00FF00"/>
                </a:highlight>
              </a:rPr>
              <a:t>Avtale signert</a:t>
            </a:r>
            <a:r>
              <a:rPr lang="nb-NO" sz="1100" dirty="0"/>
              <a:t>/ Ikke betalt/ NOK 300 000,-/ (</a:t>
            </a:r>
            <a:r>
              <a:rPr lang="nb-NO" sz="1100" dirty="0">
                <a:highlight>
                  <a:srgbClr val="FFFF00"/>
                </a:highlight>
              </a:rPr>
              <a:t>Forbehold</a:t>
            </a:r>
            <a:r>
              <a:rPr lang="nb-NO" sz="1100" dirty="0"/>
              <a:t>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Jone Skjæveland, Avtale ikke signert/Ikke betalt/ NOK 200 000,-/(</a:t>
            </a:r>
            <a:r>
              <a:rPr lang="nb-NO" sz="1100" dirty="0">
                <a:highlight>
                  <a:srgbClr val="FFFF00"/>
                </a:highlight>
              </a:rPr>
              <a:t>Forbehold)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Fivel </a:t>
            </a:r>
            <a:r>
              <a:rPr lang="nb-NO" sz="1100" dirty="0" err="1"/>
              <a:t>Holding</a:t>
            </a:r>
            <a:r>
              <a:rPr lang="nb-NO" sz="1100" dirty="0"/>
              <a:t>, </a:t>
            </a:r>
            <a:r>
              <a:rPr lang="nb-NO" sz="1100" dirty="0">
                <a:highlight>
                  <a:srgbClr val="00FF00"/>
                </a:highlight>
              </a:rPr>
              <a:t>Avtale signert</a:t>
            </a:r>
            <a:r>
              <a:rPr lang="nb-NO" sz="1100" dirty="0"/>
              <a:t>,/Ikke betalt/NOK 500 000,-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Jens Petter Røkenes, Avtale ikke signert/Ikke betalt/ NOK 100 000,-/(</a:t>
            </a:r>
            <a:r>
              <a:rPr lang="nb-NO" sz="1100" dirty="0">
                <a:highlight>
                  <a:srgbClr val="FFFF00"/>
                </a:highlight>
              </a:rPr>
              <a:t>Forbehold</a:t>
            </a:r>
            <a:r>
              <a:rPr lang="nb-NO" sz="1100" dirty="0"/>
              <a:t>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Tore Ausland, Avtale ikke signert/Ikke betalt/NOK 60 000,-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nb-NO" sz="1100" dirty="0"/>
              <a:t>Bjørnar Iversen, Avtale ikke signert/Ikke betalt/NOK 60 000,-</a:t>
            </a:r>
          </a:p>
          <a:p>
            <a:pPr marL="0" indent="0">
              <a:lnSpc>
                <a:spcPct val="90000"/>
              </a:lnSpc>
              <a:buNone/>
            </a:pPr>
            <a:endParaRPr lang="nb-NO" sz="1100" dirty="0"/>
          </a:p>
          <a:p>
            <a:pPr marL="0" indent="0">
              <a:lnSpc>
                <a:spcPct val="90000"/>
              </a:lnSpc>
              <a:buNone/>
            </a:pPr>
            <a:endParaRPr lang="nb-NO" sz="1100" dirty="0"/>
          </a:p>
        </p:txBody>
      </p:sp>
      <p:sp>
        <p:nvSpPr>
          <p:cNvPr id="4" name="Hullbånd 3">
            <a:extLst>
              <a:ext uri="{FF2B5EF4-FFF2-40B4-BE49-F238E27FC236}">
                <a16:creationId xmlns:a16="http://schemas.microsoft.com/office/drawing/2014/main" id="{FC9523BE-66E2-2D5F-0596-0644791AC923}"/>
              </a:ext>
            </a:extLst>
          </p:cNvPr>
          <p:cNvSpPr/>
          <p:nvPr/>
        </p:nvSpPr>
        <p:spPr>
          <a:xfrm>
            <a:off x="3832510" y="5059918"/>
            <a:ext cx="3289465" cy="1173972"/>
          </a:xfrm>
          <a:prstGeom prst="flowChartPunched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b="1" dirty="0"/>
              <a:t>Potensial NOK 2 170 000</a:t>
            </a:r>
          </a:p>
        </p:txBody>
      </p:sp>
    </p:spTree>
    <p:extLst>
      <p:ext uri="{BB962C8B-B14F-4D97-AF65-F5344CB8AC3E}">
        <p14:creationId xmlns:p14="http://schemas.microsoft.com/office/powerpoint/2010/main" val="79375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F27737A0-D7E0-4415-8E90-FD4F69E76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506CE375-B39D-4C51-A858-F4A383311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64EA8B46-395C-41F6-BE09-548B108098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BC7EDC6D-8B00-48D9-B8FD-9B5285FBC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DE4BD3C3-5C1B-4305-BFA1-9054820BDD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4635ED79-E821-4CFD-9F97-D6137E5DC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92FD5F9A-0D1B-4304-AC95-EA6A4E70E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E9BB96F9-6F99-413C-909E-6FCF017C1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1CCAEE3F-DFD6-4F56-91DF-94C715261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A9965128-6557-433B-B75B-BDF307311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6ACA7D22-11B5-4768-B195-51BF6E7C1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A10AD997-8BE7-4F95-8B7C-4E59DA1AC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DE270B5A-1647-4C9C-BA5F-6BC559F869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7D8AB18-1DD7-4D60-B9FA-190B47BB2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AE3C8994-22F6-4B7D-B50B-80ECD1E2A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DDCDE2FF-5BFC-4807-AB1E-D6928F8F4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63EF93F1-6EAF-4409-A623-76533740E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ED3B5256-3F5C-4FDE-8A9A-5A124E92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ED5D4282-BFB9-4BFC-A20D-18E1C4EEA6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3E6394EB-0752-433A-BA70-AF42B45F17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DF27BE5F-DA8D-4260-9D0D-69E9CE146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9A6E5CBE-AE54-40B7-9A00-E3975FEAC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42" name="Freeform 35">
              <a:extLst>
                <a:ext uri="{FF2B5EF4-FFF2-40B4-BE49-F238E27FC236}">
                  <a16:creationId xmlns:a16="http://schemas.microsoft.com/office/drawing/2014/main" id="{6C307890-5461-4D51-ADA6-A3DA6D35B8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3F9B7E4B-6412-4B97-AD48-30B1F61F3B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44" name="Freeform 37">
              <a:extLst>
                <a:ext uri="{FF2B5EF4-FFF2-40B4-BE49-F238E27FC236}">
                  <a16:creationId xmlns:a16="http://schemas.microsoft.com/office/drawing/2014/main" id="{D345D359-869B-4305-B7D7-0B5C4FDEC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45" name="Freeform 38">
              <a:extLst>
                <a:ext uri="{FF2B5EF4-FFF2-40B4-BE49-F238E27FC236}">
                  <a16:creationId xmlns:a16="http://schemas.microsoft.com/office/drawing/2014/main" id="{2F688B27-AEB8-45BD-9597-78A97EE0D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4EB21FA6-8B6A-4699-8408-91E699800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49" name="Freeform 6">
            <a:extLst>
              <a:ext uri="{FF2B5EF4-FFF2-40B4-BE49-F238E27FC236}">
                <a16:creationId xmlns:a16="http://schemas.microsoft.com/office/drawing/2014/main" id="{BA1AABB7-0FD0-4445-8B8B-7A0C680C5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FA94DED7-0A28-4AD9-8747-E94113225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6F175609-91A3-416E-BC3D-7548FDE02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A3B0D54-9DF0-4FF8-A0AA-B4234DF35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639734" cy="6858000"/>
          </a:xfrm>
          <a:prstGeom prst="rect">
            <a:avLst/>
          </a:prstGeom>
          <a:solidFill>
            <a:srgbClr val="846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9" y="1795849"/>
            <a:ext cx="3778870" cy="31148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sz="4000" b="1" dirty="0" err="1">
                <a:solidFill>
                  <a:srgbClr val="FEFFFF"/>
                </a:solidFill>
              </a:rPr>
              <a:t>Insikt</a:t>
            </a:r>
            <a:r>
              <a:rPr lang="en-US" sz="4000" b="1" dirty="0">
                <a:solidFill>
                  <a:srgbClr val="FEFFFF"/>
                </a:solidFill>
              </a:rPr>
              <a:t> om </a:t>
            </a:r>
            <a:r>
              <a:rPr lang="en-US" sz="4000" b="1" dirty="0" err="1">
                <a:solidFill>
                  <a:srgbClr val="FEFFFF"/>
                </a:solidFill>
                <a:effectLst/>
              </a:rPr>
              <a:t>Sveits</a:t>
            </a:r>
            <a:r>
              <a:rPr lang="en-US" sz="4000" b="1" dirty="0">
                <a:solidFill>
                  <a:srgbClr val="FEFFFF"/>
                </a:solidFill>
                <a:effectLst/>
              </a:rPr>
              <a:t> </a:t>
            </a:r>
            <a:r>
              <a:rPr lang="en-US" sz="4000" b="1" dirty="0" err="1">
                <a:solidFill>
                  <a:srgbClr val="FEFFFF"/>
                </a:solidFill>
                <a:effectLst/>
              </a:rPr>
              <a:t>avtale</a:t>
            </a:r>
            <a:endParaRPr lang="en-US" sz="4000" dirty="0">
              <a:solidFill>
                <a:srgbClr val="FEFFFF"/>
              </a:solidFill>
              <a:effectLst/>
            </a:endParaRPr>
          </a:p>
        </p:txBody>
      </p:sp>
      <p:pic>
        <p:nvPicPr>
          <p:cNvPr id="15" name="Picture 14" descr="Penn plassert oppå en signatur linje">
            <a:extLst>
              <a:ext uri="{FF2B5EF4-FFF2-40B4-BE49-F238E27FC236}">
                <a16:creationId xmlns:a16="http://schemas.microsoft.com/office/drawing/2014/main" id="{7AC3AE0C-911D-D44F-D228-FA72354065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93" r="-1" b="-1"/>
          <a:stretch/>
        </p:blipFill>
        <p:spPr>
          <a:xfrm>
            <a:off x="4639732" y="10"/>
            <a:ext cx="755226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261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31E8EFF-9847-4CB4-9471-E26FF132B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ABCA228-CE68-4A47-BBE7-831947D51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1BAD88-17FB-40F9-8E71-FAF08820A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292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2813" y="3101093"/>
            <a:ext cx="2454052" cy="3029344"/>
          </a:xfrm>
        </p:spPr>
        <p:txBody>
          <a:bodyPr>
            <a:normAutofit/>
          </a:bodyPr>
          <a:lstStyle/>
          <a:p>
            <a:pPr lvl="0"/>
            <a:r>
              <a:rPr lang="nb-NO" sz="3000" b="1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Årsregnskap FOS</a:t>
            </a:r>
            <a:endParaRPr lang="nb-NO" sz="30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60B7CD1-5C7F-4FF4-9B0A-36FD1B61C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8132921" y="3187343"/>
            <a:ext cx="1105119" cy="506624"/>
          </a:xfrm>
          <a:custGeom>
            <a:avLst/>
            <a:gdLst>
              <a:gd name="connsiteX0" fmla="*/ 0 w 1105119"/>
              <a:gd name="connsiteY0" fmla="*/ 506624 h 506624"/>
              <a:gd name="connsiteX1" fmla="*/ 759132 w 1105119"/>
              <a:gd name="connsiteY1" fmla="*/ 505572 h 506624"/>
              <a:gd name="connsiteX2" fmla="*/ 849827 w 1105119"/>
              <a:gd name="connsiteY2" fmla="*/ 505572 h 506624"/>
              <a:gd name="connsiteX3" fmla="*/ 864083 w 1105119"/>
              <a:gd name="connsiteY3" fmla="*/ 500804 h 506624"/>
              <a:gd name="connsiteX4" fmla="*/ 869065 w 1105119"/>
              <a:gd name="connsiteY4" fmla="*/ 496035 h 506624"/>
              <a:gd name="connsiteX5" fmla="*/ 1098034 w 1105119"/>
              <a:gd name="connsiteY5" fmla="*/ 267092 h 506624"/>
              <a:gd name="connsiteX6" fmla="*/ 1098034 w 1105119"/>
              <a:gd name="connsiteY6" fmla="*/ 238480 h 506624"/>
              <a:gd name="connsiteX7" fmla="*/ 869065 w 1105119"/>
              <a:gd name="connsiteY7" fmla="*/ 9537 h 506624"/>
              <a:gd name="connsiteX8" fmla="*/ 864083 w 1105119"/>
              <a:gd name="connsiteY8" fmla="*/ 4769 h 506624"/>
              <a:gd name="connsiteX9" fmla="*/ 849827 w 1105119"/>
              <a:gd name="connsiteY9" fmla="*/ 0 h 506624"/>
              <a:gd name="connsiteX10" fmla="*/ 759132 w 1105119"/>
              <a:gd name="connsiteY10" fmla="*/ 0 h 506624"/>
              <a:gd name="connsiteX11" fmla="*/ 0 w 1105119"/>
              <a:gd name="connsiteY11" fmla="*/ 2157 h 506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5119" h="506624">
                <a:moveTo>
                  <a:pt x="0" y="506624"/>
                </a:moveTo>
                <a:lnTo>
                  <a:pt x="759132" y="505572"/>
                </a:lnTo>
                <a:lnTo>
                  <a:pt x="849827" y="505572"/>
                </a:lnTo>
                <a:cubicBezTo>
                  <a:pt x="854636" y="505572"/>
                  <a:pt x="859446" y="500804"/>
                  <a:pt x="864083" y="500804"/>
                </a:cubicBezTo>
                <a:cubicBezTo>
                  <a:pt x="864083" y="496035"/>
                  <a:pt x="869065" y="496035"/>
                  <a:pt x="869065" y="496035"/>
                </a:cubicBezTo>
                <a:lnTo>
                  <a:pt x="1098034" y="267092"/>
                </a:lnTo>
                <a:cubicBezTo>
                  <a:pt x="1107481" y="257555"/>
                  <a:pt x="1107481" y="248018"/>
                  <a:pt x="1098034" y="238480"/>
                </a:cubicBezTo>
                <a:lnTo>
                  <a:pt x="869065" y="9537"/>
                </a:lnTo>
                <a:cubicBezTo>
                  <a:pt x="867519" y="7914"/>
                  <a:pt x="865629" y="6392"/>
                  <a:pt x="864083" y="4769"/>
                </a:cubicBezTo>
                <a:cubicBezTo>
                  <a:pt x="859446" y="0"/>
                  <a:pt x="854636" y="0"/>
                  <a:pt x="849827" y="0"/>
                </a:cubicBezTo>
                <a:lnTo>
                  <a:pt x="759132" y="0"/>
                </a:lnTo>
                <a:lnTo>
                  <a:pt x="0" y="215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graphicFrame>
        <p:nvGraphicFramePr>
          <p:cNvPr id="5" name="Plassholder for innhold 2">
            <a:extLst>
              <a:ext uri="{FF2B5EF4-FFF2-40B4-BE49-F238E27FC236}">
                <a16:creationId xmlns:a16="http://schemas.microsoft.com/office/drawing/2014/main" id="{A0A51969-D09B-EEEF-398D-1A64DE2833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1937226"/>
              </p:ext>
            </p:extLst>
          </p:nvPr>
        </p:nvGraphicFramePr>
        <p:xfrm>
          <a:off x="6164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8753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76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5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6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7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8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9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0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1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2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3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4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5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78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9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80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81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82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83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84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85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88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89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91" name="Rectangle 90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93" name="Freeform 6">
            <a:extLst>
              <a:ext uri="{FF2B5EF4-FFF2-40B4-BE49-F238E27FC236}">
                <a16:creationId xmlns:a16="http://schemas.microsoft.com/office/drawing/2014/main" id="{5BD23F8E-2E78-4C84-8EFB-FE6C8ACB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 useBgFill="1">
        <p:nvSpPr>
          <p:cNvPr id="95" name="Rectangle 94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98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99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00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01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02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03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04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05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06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07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08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09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111" name="Freeform 6">
            <a:extLst>
              <a:ext uri="{FF2B5EF4-FFF2-40B4-BE49-F238E27FC236}">
                <a16:creationId xmlns:a16="http://schemas.microsoft.com/office/drawing/2014/main" id="{8576F020-8157-45CE-B1D9-6FA47AFEB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1159566"/>
            <a:ext cx="7560245" cy="453886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215" y="1318590"/>
            <a:ext cx="5102159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z="5400" b="1" dirty="0">
                <a:solidFill>
                  <a:srgbClr val="FFFFFF"/>
                </a:solidFill>
                <a:effectLst/>
              </a:rPr>
              <a:t>AGA</a:t>
            </a:r>
            <a:endParaRPr lang="en-US" sz="5400" dirty="0">
              <a:solidFill>
                <a:srgbClr val="FFFFFF"/>
              </a:solidFill>
              <a:effectLst/>
            </a:endParaRP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2032" y="804334"/>
            <a:ext cx="3675634" cy="52493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59900,- utestående i påvente av innlån</a:t>
            </a:r>
          </a:p>
        </p:txBody>
      </p:sp>
    </p:spTree>
    <p:extLst>
      <p:ext uri="{BB962C8B-B14F-4D97-AF65-F5344CB8AC3E}">
        <p14:creationId xmlns:p14="http://schemas.microsoft.com/office/powerpoint/2010/main" val="2857597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19">
            <a:extLst>
              <a:ext uri="{FF2B5EF4-FFF2-40B4-BE49-F238E27FC236}">
                <a16:creationId xmlns:a16="http://schemas.microsoft.com/office/drawing/2014/main" id="{2B258D2B-6AC3-4B3A-A87C-FD7E65178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22AB8F-8672-4CA8-8E57-FDB5A32F1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8229600" cy="6858000"/>
          </a:xfrm>
          <a:prstGeom prst="rect">
            <a:avLst/>
          </a:prstGeom>
          <a:solidFill>
            <a:srgbClr val="4F393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pic>
        <p:nvPicPr>
          <p:cNvPr id="40" name="Picture 15" descr="Hvitt puslespill med én rød brikke">
            <a:extLst>
              <a:ext uri="{FF2B5EF4-FFF2-40B4-BE49-F238E27FC236}">
                <a16:creationId xmlns:a16="http://schemas.microsoft.com/office/drawing/2014/main" id="{BC3A7EEF-0C0C-1D5C-3847-DE7419F5D6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52" r="32948"/>
          <a:stretch/>
        </p:blipFill>
        <p:spPr>
          <a:xfrm>
            <a:off x="8229598" y="10"/>
            <a:ext cx="3962401" cy="6857990"/>
          </a:xfrm>
          <a:prstGeom prst="rect">
            <a:avLst/>
          </a:prstGeom>
        </p:spPr>
      </p:pic>
      <p:sp>
        <p:nvSpPr>
          <p:cNvPr id="24" name="Freeform 5">
            <a:extLst>
              <a:ext uri="{FF2B5EF4-FFF2-40B4-BE49-F238E27FC236}">
                <a16:creationId xmlns:a16="http://schemas.microsoft.com/office/drawing/2014/main" id="{8D55DD8B-9BF9-4B91-A22D-2D3F2AEFF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pPr lvl="0"/>
            <a:r>
              <a:rPr lang="en-US" sz="3200" b="1">
                <a:solidFill>
                  <a:srgbClr val="FEFFFF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Samordnet registermelding</a:t>
            </a:r>
            <a:endParaRPr lang="nb-NO" sz="3200" dirty="0">
              <a:solidFill>
                <a:srgbClr val="FEFFFF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6" y="2032000"/>
            <a:ext cx="7145867" cy="3879222"/>
          </a:xfrm>
        </p:spPr>
        <p:txBody>
          <a:bodyPr>
            <a:normAutofit/>
          </a:bodyPr>
          <a:lstStyle/>
          <a:p>
            <a:pPr marL="0" indent="0">
              <a:buClr>
                <a:srgbClr val="A92211"/>
              </a:buClr>
              <a:buNone/>
            </a:pPr>
            <a:r>
              <a:rPr lang="nb-NO">
                <a:solidFill>
                  <a:srgbClr val="FEFFFF"/>
                </a:solidFill>
              </a:rPr>
              <a:t>Til orientering:</a:t>
            </a:r>
          </a:p>
          <a:p>
            <a:pPr marL="0" indent="0">
              <a:buClr>
                <a:srgbClr val="A92211"/>
              </a:buClr>
              <a:buNone/>
            </a:pPr>
            <a:endParaRPr lang="nb-NO">
              <a:solidFill>
                <a:srgbClr val="FEFFFF"/>
              </a:solidFill>
            </a:endParaRPr>
          </a:p>
          <a:p>
            <a:pPr marL="0" indent="0">
              <a:buClr>
                <a:srgbClr val="A92211"/>
              </a:buClr>
              <a:buNone/>
            </a:pPr>
            <a:r>
              <a:rPr lang="nb-NO">
                <a:solidFill>
                  <a:srgbClr val="FEFFFF"/>
                </a:solidFill>
              </a:rPr>
              <a:t>For å gjøre ferdig Samordnet Register melding må adressen til Musa Adnin oppdateres i foretaksregisteret. Og for sikkerhetsskyld må eksisterende info slettes og legges inn på nytt. </a:t>
            </a:r>
          </a:p>
          <a:p>
            <a:pPr marL="0" indent="0">
              <a:buClr>
                <a:srgbClr val="A92211"/>
              </a:buClr>
              <a:buNone/>
            </a:pPr>
            <a:r>
              <a:rPr lang="nb-NO">
                <a:solidFill>
                  <a:srgbClr val="FEFFFF"/>
                </a:solidFill>
              </a:rPr>
              <a:t>Påvente av info for ferdigstillelse.</a:t>
            </a:r>
          </a:p>
        </p:txBody>
      </p:sp>
    </p:spTree>
    <p:extLst>
      <p:ext uri="{BB962C8B-B14F-4D97-AF65-F5344CB8AC3E}">
        <p14:creationId xmlns:p14="http://schemas.microsoft.com/office/powerpoint/2010/main" val="1366365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pPr lvl="0"/>
            <a:r>
              <a:rPr lang="en-US" sz="3200" b="1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AOB</a:t>
            </a:r>
            <a:endParaRPr lang="nb-NO" sz="320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578" y="589722"/>
            <a:ext cx="6798033" cy="53215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931101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2A1117-4695-2604-B675-4CEF23553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597" y="2788555"/>
            <a:ext cx="8911687" cy="1280890"/>
          </a:xfrm>
        </p:spPr>
        <p:txBody>
          <a:bodyPr/>
          <a:lstStyle/>
          <a:p>
            <a:pPr algn="ctr"/>
            <a:r>
              <a:rPr lang="nb-NO" dirty="0"/>
              <a:t>Takk for oppmøte</a:t>
            </a:r>
          </a:p>
        </p:txBody>
      </p:sp>
    </p:spTree>
    <p:extLst>
      <p:ext uri="{BB962C8B-B14F-4D97-AF65-F5344CB8AC3E}">
        <p14:creationId xmlns:p14="http://schemas.microsoft.com/office/powerpoint/2010/main" val="4171451193"/>
      </p:ext>
    </p:extLst>
  </p:cSld>
  <p:clrMapOvr>
    <a:masterClrMapping/>
  </p:clrMapOvr>
</p:sld>
</file>

<file path=ppt/theme/theme1.xml><?xml version="1.0" encoding="utf-8"?>
<a:theme xmlns:a="http://schemas.openxmlformats.org/drawingml/2006/main" name="Tryllestav">
  <a:themeElements>
    <a:clrScheme name="Tryllestav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Tryllestav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ryllestav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2173</TotalTime>
  <Words>437</Words>
  <Application>Microsoft Office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11</vt:i4>
      </vt:variant>
    </vt:vector>
  </HeadingPairs>
  <TitlesOfParts>
    <vt:vector size="17" baseType="lpstr">
      <vt:lpstr>Aptos</vt:lpstr>
      <vt:lpstr>Arial</vt:lpstr>
      <vt:lpstr>Century Gothic</vt:lpstr>
      <vt:lpstr>Segoe UI</vt:lpstr>
      <vt:lpstr>Wingdings 3</vt:lpstr>
      <vt:lpstr>Tryllestav</vt:lpstr>
      <vt:lpstr>Shareholder meeting FOS</vt:lpstr>
      <vt:lpstr>Agenda iht. aksjons punkter 02.08.2024</vt:lpstr>
      <vt:lpstr>Oppdatert likviditets oversikt.</vt:lpstr>
      <vt:lpstr>Leverandør gjeld handtering.</vt:lpstr>
      <vt:lpstr>Oversikt Låneavtaler</vt:lpstr>
      <vt:lpstr>Insikt om Sveits avtale</vt:lpstr>
      <vt:lpstr>Årsregnskap FOS</vt:lpstr>
      <vt:lpstr>AGA</vt:lpstr>
      <vt:lpstr>Samordnet registermelding</vt:lpstr>
      <vt:lpstr>AOB</vt:lpstr>
      <vt:lpstr>Takk for oppmøte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Tore Ausland</dc:creator>
  <cp:lastModifiedBy>Tore Ausland</cp:lastModifiedBy>
  <cp:revision>12</cp:revision>
  <dcterms:created xsi:type="dcterms:W3CDTF">2024-06-24T07:04:37Z</dcterms:created>
  <dcterms:modified xsi:type="dcterms:W3CDTF">2024-08-07T07:01:34Z</dcterms:modified>
</cp:coreProperties>
</file>