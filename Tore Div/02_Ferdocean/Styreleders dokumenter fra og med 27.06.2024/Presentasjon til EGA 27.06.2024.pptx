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9" r:id="rId3"/>
    <p:sldId id="258" r:id="rId4"/>
    <p:sldId id="260" r:id="rId5"/>
    <p:sldId id="262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4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b-NO"/>
              <a:t>Klikk for å redigere undertittelstil i malen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27.06.2024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46658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27.06.2024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33498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27.06.2024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22419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27.06.2024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18671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27.06.2024</a:t>
            </a:fld>
            <a:endParaRPr lang="nb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38921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27.06.2024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07342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27.06.2024</a:t>
            </a:fld>
            <a:endParaRPr lang="nb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30731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27.06.2024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53629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27.06.2024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0530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27.06.2024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96003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tat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27.06.2024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382821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27.06.2024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612811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 med s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27.06.2024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074351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nn eller Usa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27.06.2024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111250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27.06.2024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294338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9461-F96B-489D-ADBE-B52B06B3DC50}" type="datetimeFigureOut">
              <a:rPr lang="nb-NO" smtClean="0"/>
              <a:t>27.06.2024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4428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319461-F96B-489D-ADBE-B52B06B3DC50}" type="datetimeFigureOut">
              <a:rPr lang="nb-NO" smtClean="0"/>
              <a:t>27.06.2024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1292F795-B815-4A19-9FAB-CF5A353969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4079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6D1AE01-C709-9B46-4466-EE6D2C2A37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 err="1"/>
              <a:t>Extraordinary</a:t>
            </a:r>
            <a:r>
              <a:rPr lang="nb-NO" dirty="0"/>
              <a:t> General Assembly FOS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7DC468D8-0E82-B54D-B804-21F8493888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b-NO" dirty="0"/>
              <a:t>27.06.2024</a:t>
            </a:r>
          </a:p>
        </p:txBody>
      </p:sp>
    </p:spTree>
    <p:extLst>
      <p:ext uri="{BB962C8B-B14F-4D97-AF65-F5344CB8AC3E}">
        <p14:creationId xmlns:p14="http://schemas.microsoft.com/office/powerpoint/2010/main" val="2804791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CD864AE-D826-6024-610A-657AFE581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Styrevalg-Styrehonorar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BA6CE576-10CE-20F5-CC7D-502EAD186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Iht. møte den 21.06.2024 konstituerer sittende styre om det ikke kommer in forslag. </a:t>
            </a:r>
          </a:p>
          <a:p>
            <a:r>
              <a:rPr lang="nb-NO" dirty="0"/>
              <a:t>Forslag til at Tore Ausland sitter som midlertidig styreleder. </a:t>
            </a:r>
          </a:p>
        </p:txBody>
      </p:sp>
    </p:spTree>
    <p:extLst>
      <p:ext uri="{BB962C8B-B14F-4D97-AF65-F5344CB8AC3E}">
        <p14:creationId xmlns:p14="http://schemas.microsoft.com/office/powerpoint/2010/main" val="990919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88026DC-550B-A781-AA02-8C9C6360D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Godkjenning av Årsregnskap 2023/</a:t>
            </a:r>
            <a:r>
              <a:rPr lang="nb-NO" dirty="0" err="1"/>
              <a:t>Approval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Financial statement 2023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3523F7B-DC99-782F-D6DC-C49BC5B1C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Kan ikke gjennomføres da det ikke er kapital til å betale revisor for å gjennomføre oppdraget.</a:t>
            </a:r>
          </a:p>
          <a:p>
            <a:r>
              <a:rPr lang="nb-NO" dirty="0"/>
              <a:t>Innfris låneavtale opp mot låneramme kan vi kanskje klare å presentere et revidert regnskap samtidig med neste EGA.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280548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84D17B9-F925-A1A6-9F64-A2E81191D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Status og finansiering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13478A0B-3605-0D4F-16F1-F138E843C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Runar:</a:t>
            </a:r>
          </a:p>
        </p:txBody>
      </p:sp>
    </p:spTree>
    <p:extLst>
      <p:ext uri="{BB962C8B-B14F-4D97-AF65-F5344CB8AC3E}">
        <p14:creationId xmlns:p14="http://schemas.microsoft.com/office/powerpoint/2010/main" val="3047667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72A1117-4695-2604-B675-4CEF23553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597" y="2788555"/>
            <a:ext cx="8911687" cy="1280890"/>
          </a:xfrm>
        </p:spPr>
        <p:txBody>
          <a:bodyPr/>
          <a:lstStyle/>
          <a:p>
            <a:pPr algn="ctr"/>
            <a:r>
              <a:rPr lang="nb-NO" dirty="0"/>
              <a:t>Takk for oppmøte</a:t>
            </a:r>
          </a:p>
        </p:txBody>
      </p:sp>
    </p:spTree>
    <p:extLst>
      <p:ext uri="{BB962C8B-B14F-4D97-AF65-F5344CB8AC3E}">
        <p14:creationId xmlns:p14="http://schemas.microsoft.com/office/powerpoint/2010/main" val="4171451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71F07A5-72EA-2B37-631F-A0B31EFCC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Mellomregning mellom FOS/FO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89E61B0-1AA9-7BC5-AD61-6ACCD8DE0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FOS skylder FO 1 375 000,-</a:t>
            </a:r>
          </a:p>
          <a:p>
            <a:r>
              <a:rPr lang="nb-NO" dirty="0"/>
              <a:t>FO skylder FOS 849 304,-</a:t>
            </a:r>
          </a:p>
          <a:p>
            <a:r>
              <a:rPr lang="nb-NO" dirty="0"/>
              <a:t>Balanse mellom partene:</a:t>
            </a:r>
          </a:p>
          <a:p>
            <a:pPr lvl="1"/>
            <a:r>
              <a:rPr lang="nb-NO" dirty="0"/>
              <a:t>FOS skylder FO 525 695,-</a:t>
            </a:r>
          </a:p>
          <a:p>
            <a:pPr marL="457200" lvl="1" indent="0">
              <a:buNone/>
            </a:pPr>
            <a:endParaRPr lang="nb-NO" dirty="0"/>
          </a:p>
          <a:p>
            <a:pPr marL="57150" indent="0">
              <a:buNone/>
            </a:pPr>
            <a:r>
              <a:rPr lang="nb-NO" dirty="0"/>
              <a:t>Break </a:t>
            </a:r>
            <a:r>
              <a:rPr lang="nb-NO" dirty="0" err="1"/>
              <a:t>down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525 695,-</a:t>
            </a:r>
          </a:p>
          <a:p>
            <a:pPr indent="-285750"/>
            <a:r>
              <a:rPr lang="nb-NO" dirty="0"/>
              <a:t>Feriepenger Runar /Hans Erik for 2023:	NOK282 839,-</a:t>
            </a:r>
          </a:p>
          <a:p>
            <a:pPr indent="-285750"/>
            <a:r>
              <a:rPr lang="nb-NO" dirty="0"/>
              <a:t>Feriepenger Runar /Hans Erik for 2022:	NOK120 000,-</a:t>
            </a:r>
          </a:p>
          <a:p>
            <a:pPr indent="-285750"/>
            <a:r>
              <a:rPr lang="nb-NO" dirty="0"/>
              <a:t>Armlengde avstand påslag 5% : NOK122 856,-</a:t>
            </a:r>
          </a:p>
          <a:p>
            <a:pPr indent="-285750"/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378622371"/>
      </p:ext>
    </p:extLst>
  </p:cSld>
  <p:clrMapOvr>
    <a:masterClrMapping/>
  </p:clrMapOvr>
</p:sld>
</file>

<file path=ppt/theme/theme1.xml><?xml version="1.0" encoding="utf-8"?>
<a:theme xmlns:a="http://schemas.openxmlformats.org/drawingml/2006/main" name="Tryllestav">
  <a:themeElements>
    <a:clrScheme name="Tryllestav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Tryllestav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Tryllestav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334</TotalTime>
  <Words>153</Words>
  <Application>Microsoft Office PowerPoint</Application>
  <PresentationFormat>Widescreen</PresentationFormat>
  <Paragraphs>21</Paragraphs>
  <Slides>6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Tryllestav</vt:lpstr>
      <vt:lpstr>Extraordinary General Assembly FOS</vt:lpstr>
      <vt:lpstr>Styrevalg-Styrehonorar</vt:lpstr>
      <vt:lpstr>Godkjenning av Årsregnskap 2023/Approval of Financial statement 2023</vt:lpstr>
      <vt:lpstr>Status og finansiering</vt:lpstr>
      <vt:lpstr>Takk for oppmøte</vt:lpstr>
      <vt:lpstr>Mellomregning mellom FOS/FO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PowerPoint-presentasjon</dc:title>
  <dc:creator>Tore Ausland</dc:creator>
  <cp:lastModifiedBy>Tore Ausland</cp:lastModifiedBy>
  <cp:revision>10</cp:revision>
  <dcterms:created xsi:type="dcterms:W3CDTF">2024-06-24T07:04:37Z</dcterms:created>
  <dcterms:modified xsi:type="dcterms:W3CDTF">2024-06-27T13:05:52Z</dcterms:modified>
</cp:coreProperties>
</file>