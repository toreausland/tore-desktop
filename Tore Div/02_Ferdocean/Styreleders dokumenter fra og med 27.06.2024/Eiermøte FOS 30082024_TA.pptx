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64" r:id="rId4"/>
    <p:sldId id="270" r:id="rId5"/>
    <p:sldId id="272" r:id="rId6"/>
    <p:sldId id="27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DF7D3B-1FF8-45F6-8235-8C63BF0AC504}" v="2" dt="2024-08-30T10:03:42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AFDF7D3B-1FF8-45F6-8235-8C63BF0AC504}"/>
    <pc:docChg chg="undo custSel modSld">
      <pc:chgData name="Tore Ausland" userId="aba57685-d7d9-45f9-a74d-a4b3d109653f" providerId="ADAL" clId="{AFDF7D3B-1FF8-45F6-8235-8C63BF0AC504}" dt="2024-08-30T11:24:03.327" v="559" actId="20577"/>
      <pc:docMkLst>
        <pc:docMk/>
      </pc:docMkLst>
      <pc:sldChg chg="addSp delSp modSp mod setBg setClrOvrMap">
        <pc:chgData name="Tore Ausland" userId="aba57685-d7d9-45f9-a74d-a4b3d109653f" providerId="ADAL" clId="{AFDF7D3B-1FF8-45F6-8235-8C63BF0AC504}" dt="2024-08-30T10:03:42.434" v="2" actId="20577"/>
        <pc:sldMkLst>
          <pc:docMk/>
          <pc:sldMk cId="2804791527" sldId="256"/>
        </pc:sldMkLst>
        <pc:spChg chg="mod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2" creationId="{36D1AE01-C709-9B46-4466-EE6D2C2A37F4}"/>
          </ac:spMkLst>
        </pc:spChg>
        <pc:spChg chg="mod">
          <ac:chgData name="Tore Ausland" userId="aba57685-d7d9-45f9-a74d-a4b3d109653f" providerId="ADAL" clId="{AFDF7D3B-1FF8-45F6-8235-8C63BF0AC504}" dt="2024-08-30T10:03:42.434" v="2" actId="20577"/>
          <ac:spMkLst>
            <pc:docMk/>
            <pc:sldMk cId="2804791527" sldId="256"/>
            <ac:spMk id="3" creationId="{7DC468D8-0E82-B54D-B804-21F84938880E}"/>
          </ac:spMkLst>
        </pc:spChg>
        <pc:spChg chg="del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46" creationId="{1FF9CEF5-A50D-4B8B-9852-D76F7037867E}"/>
          </ac:spMkLst>
        </pc:spChg>
        <pc:spChg chg="del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48" creationId="{30684D86-C9D1-40C3-A9B6-EC935C7312E3}"/>
          </ac:spMkLst>
        </pc:spChg>
        <pc:spChg chg="del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50" creationId="{1EDF7896-F56A-49DA-90F3-F5CE8B9833AD}"/>
          </ac:spMkLst>
        </pc:spChg>
        <pc:spChg chg="add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55" creationId="{C1D1F24C-BA9D-41EE-B46F-6C4F5B35D367}"/>
          </ac:spMkLst>
        </pc:spChg>
        <pc:spChg chg="add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85" creationId="{9DEDD006-D91C-4989-B39C-EEEA43F868FF}"/>
          </ac:spMkLst>
        </pc:spChg>
        <pc:spChg chg="add">
          <ac:chgData name="Tore Ausland" userId="aba57685-d7d9-45f9-a74d-a4b3d109653f" providerId="ADAL" clId="{AFDF7D3B-1FF8-45F6-8235-8C63BF0AC504}" dt="2024-08-30T10:03:35.928" v="0" actId="26606"/>
          <ac:spMkLst>
            <pc:docMk/>
            <pc:sldMk cId="2804791527" sldId="256"/>
            <ac:spMk id="87" creationId="{35EF7FFE-55CC-444E-A630-F40A5C9C5C8B}"/>
          </ac:spMkLst>
        </pc:spChg>
        <pc:grpChg chg="add">
          <ac:chgData name="Tore Ausland" userId="aba57685-d7d9-45f9-a74d-a4b3d109653f" providerId="ADAL" clId="{AFDF7D3B-1FF8-45F6-8235-8C63BF0AC504}" dt="2024-08-30T10:03:35.928" v="0" actId="26606"/>
          <ac:grpSpMkLst>
            <pc:docMk/>
            <pc:sldMk cId="2804791527" sldId="256"/>
            <ac:grpSpMk id="57" creationId="{C13B8118-80AF-4C0C-BC64-74291987FF28}"/>
          </ac:grpSpMkLst>
        </pc:grpChg>
        <pc:grpChg chg="add">
          <ac:chgData name="Tore Ausland" userId="aba57685-d7d9-45f9-a74d-a4b3d109653f" providerId="ADAL" clId="{AFDF7D3B-1FF8-45F6-8235-8C63BF0AC504}" dt="2024-08-30T10:03:35.928" v="0" actId="26606"/>
          <ac:grpSpMkLst>
            <pc:docMk/>
            <pc:sldMk cId="2804791527" sldId="256"/>
            <ac:grpSpMk id="71" creationId="{502F7C86-D374-4969-AB87-CA4108CE95BE}"/>
          </ac:grpSpMkLst>
        </pc:grpChg>
        <pc:picChg chg="mod">
          <ac:chgData name="Tore Ausland" userId="aba57685-d7d9-45f9-a74d-a4b3d109653f" providerId="ADAL" clId="{AFDF7D3B-1FF8-45F6-8235-8C63BF0AC504}" dt="2024-08-30T10:03:35.928" v="0" actId="26606"/>
          <ac:picMkLst>
            <pc:docMk/>
            <pc:sldMk cId="2804791527" sldId="256"/>
            <ac:picMk id="42" creationId="{019D2E67-C8D9-42AD-AFD1-750269D08927}"/>
          </ac:picMkLst>
        </pc:picChg>
      </pc:sldChg>
      <pc:sldChg chg="modSp mod">
        <pc:chgData name="Tore Ausland" userId="aba57685-d7d9-45f9-a74d-a4b3d109653f" providerId="ADAL" clId="{AFDF7D3B-1FF8-45F6-8235-8C63BF0AC504}" dt="2024-08-30T10:23:17.795" v="475" actId="20577"/>
        <pc:sldMkLst>
          <pc:docMk/>
          <pc:sldMk cId="990919723" sldId="259"/>
        </pc:sldMkLst>
        <pc:spChg chg="mod">
          <ac:chgData name="Tore Ausland" userId="aba57685-d7d9-45f9-a74d-a4b3d109653f" providerId="ADAL" clId="{AFDF7D3B-1FF8-45F6-8235-8C63BF0AC504}" dt="2024-08-30T10:23:17.795" v="475" actId="20577"/>
          <ac:spMkLst>
            <pc:docMk/>
            <pc:sldMk cId="990919723" sldId="259"/>
            <ac:spMk id="3" creationId="{BA6CE576-10CE-20F5-CC7D-502EAD1862C6}"/>
          </ac:spMkLst>
        </pc:spChg>
        <pc:spChg chg="mod">
          <ac:chgData name="Tore Ausland" userId="aba57685-d7d9-45f9-a74d-a4b3d109653f" providerId="ADAL" clId="{AFDF7D3B-1FF8-45F6-8235-8C63BF0AC504}" dt="2024-08-30T10:23:13.409" v="473" actId="6549"/>
          <ac:spMkLst>
            <pc:docMk/>
            <pc:sldMk cId="990919723" sldId="259"/>
            <ac:spMk id="6" creationId="{089E5420-7310-3BA2-DC1C-4F177A3D8326}"/>
          </ac:spMkLst>
        </pc:spChg>
      </pc:sldChg>
      <pc:sldChg chg="addSp delSp modSp mod setBg">
        <pc:chgData name="Tore Ausland" userId="aba57685-d7d9-45f9-a74d-a4b3d109653f" providerId="ADAL" clId="{AFDF7D3B-1FF8-45F6-8235-8C63BF0AC504}" dt="2024-08-30T11:24:03.327" v="559" actId="20577"/>
        <pc:sldMkLst>
          <pc:docMk/>
          <pc:sldMk cId="79375369" sldId="264"/>
        </pc:sldMkLst>
        <pc:spChg chg="mod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2" creationId="{F88026DC-550B-A781-AA02-8C9C6360D4CE}"/>
          </ac:spMkLst>
        </pc:spChg>
        <pc:spChg chg="add del mod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4" creationId="{80AE1451-B8FB-51EF-AB86-EA0385497388}"/>
          </ac:spMkLst>
        </pc:spChg>
        <pc:spChg chg="add del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162" creationId="{1996130F-9AB5-4DE9-8574-3AF891C5C172}"/>
          </ac:spMkLst>
        </pc:spChg>
        <pc:spChg chg="add del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163" creationId="{3623DEAC-F39C-45D6-86DC-1033F6429528}"/>
          </ac:spMkLst>
        </pc:spChg>
        <pc:spChg chg="add del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164" creationId="{CADF4631-3C8F-45EE-8D19-4D3E8426B34A}"/>
          </ac:spMkLst>
        </pc:spChg>
        <pc:spChg chg="add del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191" creationId="{46FA917F-43A3-4FA3-A085-59D0DC397EFA}"/>
          </ac:spMkLst>
        </pc:spChg>
        <pc:spChg chg="add del">
          <ac:chgData name="Tore Ausland" userId="aba57685-d7d9-45f9-a74d-a4b3d109653f" providerId="ADAL" clId="{AFDF7D3B-1FF8-45F6-8235-8C63BF0AC504}" dt="2024-08-30T10:22:53.992" v="471" actId="26606"/>
          <ac:spMkLst>
            <pc:docMk/>
            <pc:sldMk cId="79375369" sldId="264"/>
            <ac:spMk id="192" creationId="{9CBF007B-8C8C-4F79-B037-9F4C61F9F954}"/>
          </ac:spMkLst>
        </pc:spChg>
        <pc:spChg chg="add del">
          <ac:chgData name="Tore Ausland" userId="aba57685-d7d9-45f9-a74d-a4b3d109653f" providerId="ADAL" clId="{AFDF7D3B-1FF8-45F6-8235-8C63BF0AC504}" dt="2024-08-30T10:22:49.549" v="468" actId="26606"/>
          <ac:spMkLst>
            <pc:docMk/>
            <pc:sldMk cId="79375369" sldId="264"/>
            <ac:spMk id="197" creationId="{CD306B45-25EE-434D-ABA9-A27B79320CFF}"/>
          </ac:spMkLst>
        </pc:spChg>
        <pc:spChg chg="add del">
          <ac:chgData name="Tore Ausland" userId="aba57685-d7d9-45f9-a74d-a4b3d109653f" providerId="ADAL" clId="{AFDF7D3B-1FF8-45F6-8235-8C63BF0AC504}" dt="2024-08-30T10:22:49.549" v="468" actId="26606"/>
          <ac:spMkLst>
            <pc:docMk/>
            <pc:sldMk cId="79375369" sldId="264"/>
            <ac:spMk id="199" creationId="{0A42F85E-4939-431E-8B4A-EC07C8E0AB65}"/>
          </ac:spMkLst>
        </pc:spChg>
        <pc:spChg chg="add del">
          <ac:chgData name="Tore Ausland" userId="aba57685-d7d9-45f9-a74d-a4b3d109653f" providerId="ADAL" clId="{AFDF7D3B-1FF8-45F6-8235-8C63BF0AC504}" dt="2024-08-30T10:22:46.865" v="466" actId="26606"/>
          <ac:spMkLst>
            <pc:docMk/>
            <pc:sldMk cId="79375369" sldId="264"/>
            <ac:spMk id="200" creationId="{06AF6A9A-0638-4916-AD29-9FC8FC07AE5F}"/>
          </ac:spMkLst>
        </pc:spChg>
        <pc:spChg chg="add del">
          <ac:chgData name="Tore Ausland" userId="aba57685-d7d9-45f9-a74d-a4b3d109653f" providerId="ADAL" clId="{AFDF7D3B-1FF8-45F6-8235-8C63BF0AC504}" dt="2024-08-30T10:22:46.865" v="466" actId="26606"/>
          <ac:spMkLst>
            <pc:docMk/>
            <pc:sldMk cId="79375369" sldId="264"/>
            <ac:spMk id="201" creationId="{1BB01FB5-37B9-4EBD-AF40-DE68D3CA46A6}"/>
          </ac:spMkLst>
        </pc:spChg>
        <pc:spChg chg="add del">
          <ac:chgData name="Tore Ausland" userId="aba57685-d7d9-45f9-a74d-a4b3d109653f" providerId="ADAL" clId="{AFDF7D3B-1FF8-45F6-8235-8C63BF0AC504}" dt="2024-08-30T10:22:46.865" v="466" actId="26606"/>
          <ac:spMkLst>
            <pc:docMk/>
            <pc:sldMk cId="79375369" sldId="264"/>
            <ac:spMk id="202" creationId="{79057B2B-0D8C-47F2-836B-2E7DD462150A}"/>
          </ac:spMkLst>
        </pc:spChg>
        <pc:spChg chg="add del">
          <ac:chgData name="Tore Ausland" userId="aba57685-d7d9-45f9-a74d-a4b3d109653f" providerId="ADAL" clId="{AFDF7D3B-1FF8-45F6-8235-8C63BF0AC504}" dt="2024-08-30T10:22:49.549" v="468" actId="26606"/>
          <ac:spMkLst>
            <pc:docMk/>
            <pc:sldMk cId="79375369" sldId="264"/>
            <ac:spMk id="217" creationId="{80AE1451-B8FB-51EF-AB86-EA0385497388}"/>
          </ac:spMkLst>
        </pc:spChg>
        <pc:spChg chg="add del">
          <ac:chgData name="Tore Ausland" userId="aba57685-d7d9-45f9-a74d-a4b3d109653f" providerId="ADAL" clId="{AFDF7D3B-1FF8-45F6-8235-8C63BF0AC504}" dt="2024-08-30T10:22:53.987" v="470" actId="26606"/>
          <ac:spMkLst>
            <pc:docMk/>
            <pc:sldMk cId="79375369" sldId="264"/>
            <ac:spMk id="219" creationId="{1BB01FB5-37B9-4EBD-AF40-DE68D3CA46A6}"/>
          </ac:spMkLst>
        </pc:spChg>
        <pc:spChg chg="add del">
          <ac:chgData name="Tore Ausland" userId="aba57685-d7d9-45f9-a74d-a4b3d109653f" providerId="ADAL" clId="{AFDF7D3B-1FF8-45F6-8235-8C63BF0AC504}" dt="2024-08-30T10:22:53.987" v="470" actId="26606"/>
          <ac:spMkLst>
            <pc:docMk/>
            <pc:sldMk cId="79375369" sldId="264"/>
            <ac:spMk id="220" creationId="{06AF6A9A-0638-4916-AD29-9FC8FC07AE5F}"/>
          </ac:spMkLst>
        </pc:spChg>
        <pc:spChg chg="add del">
          <ac:chgData name="Tore Ausland" userId="aba57685-d7d9-45f9-a74d-a4b3d109653f" providerId="ADAL" clId="{AFDF7D3B-1FF8-45F6-8235-8C63BF0AC504}" dt="2024-08-30T10:22:53.987" v="470" actId="26606"/>
          <ac:spMkLst>
            <pc:docMk/>
            <pc:sldMk cId="79375369" sldId="264"/>
            <ac:spMk id="221" creationId="{79057B2B-0D8C-47F2-836B-2E7DD462150A}"/>
          </ac:spMkLst>
        </pc:spChg>
        <pc:spChg chg="add mod">
          <ac:chgData name="Tore Ausland" userId="aba57685-d7d9-45f9-a74d-a4b3d109653f" providerId="ADAL" clId="{AFDF7D3B-1FF8-45F6-8235-8C63BF0AC504}" dt="2024-08-30T11:24:03.327" v="559" actId="20577"/>
          <ac:spMkLst>
            <pc:docMk/>
            <pc:sldMk cId="79375369" sldId="264"/>
            <ac:spMk id="224" creationId="{80AE1451-B8FB-51EF-AB86-EA0385497388}"/>
          </ac:spMkLst>
        </pc:spChg>
        <pc:grpChg chg="add del">
          <ac:chgData name="Tore Ausland" userId="aba57685-d7d9-45f9-a74d-a4b3d109653f" providerId="ADAL" clId="{AFDF7D3B-1FF8-45F6-8235-8C63BF0AC504}" dt="2024-08-30T10:22:53.992" v="471" actId="26606"/>
          <ac:grpSpMkLst>
            <pc:docMk/>
            <pc:sldMk cId="79375369" sldId="264"/>
            <ac:grpSpMk id="136" creationId="{166BF9EE-F7AC-4FA5-AC7E-001B3A642F75}"/>
          </ac:grpSpMkLst>
        </pc:grpChg>
        <pc:grpChg chg="add del">
          <ac:chgData name="Tore Ausland" userId="aba57685-d7d9-45f9-a74d-a4b3d109653f" providerId="ADAL" clId="{AFDF7D3B-1FF8-45F6-8235-8C63BF0AC504}" dt="2024-08-30T10:22:53.992" v="471" actId="26606"/>
          <ac:grpSpMkLst>
            <pc:docMk/>
            <pc:sldMk cId="79375369" sldId="264"/>
            <ac:grpSpMk id="149" creationId="{E312DBA5-56D8-42B2-BA94-28168C2A6703}"/>
          </ac:grpSpMkLst>
        </pc:grpChg>
        <pc:grpChg chg="add del">
          <ac:chgData name="Tore Ausland" userId="aba57685-d7d9-45f9-a74d-a4b3d109653f" providerId="ADAL" clId="{AFDF7D3B-1FF8-45F6-8235-8C63BF0AC504}" dt="2024-08-30T10:22:53.992" v="471" actId="26606"/>
          <ac:grpSpMkLst>
            <pc:docMk/>
            <pc:sldMk cId="79375369" sldId="264"/>
            <ac:grpSpMk id="165" creationId="{F291099C-17EE-4E0E-B096-C79975050035}"/>
          </ac:grpSpMkLst>
        </pc:grpChg>
        <pc:grpChg chg="add del">
          <ac:chgData name="Tore Ausland" userId="aba57685-d7d9-45f9-a74d-a4b3d109653f" providerId="ADAL" clId="{AFDF7D3B-1FF8-45F6-8235-8C63BF0AC504}" dt="2024-08-30T10:22:53.992" v="471" actId="26606"/>
          <ac:grpSpMkLst>
            <pc:docMk/>
            <pc:sldMk cId="79375369" sldId="264"/>
            <ac:grpSpMk id="178" creationId="{6A54B62D-FC5C-4E1A-8D8B-279576FE5379}"/>
          </ac:grpSpMkLst>
        </pc:grpChg>
        <pc:grpChg chg="add del">
          <ac:chgData name="Tore Ausland" userId="aba57685-d7d9-45f9-a74d-a4b3d109653f" providerId="ADAL" clId="{AFDF7D3B-1FF8-45F6-8235-8C63BF0AC504}" dt="2024-08-30T10:22:49.549" v="468" actId="26606"/>
          <ac:grpSpMkLst>
            <pc:docMk/>
            <pc:sldMk cId="79375369" sldId="264"/>
            <ac:grpSpMk id="203" creationId="{5D2B17EF-74EB-4C33-B2E2-8E727B2E7D68}"/>
          </ac:grpSpMkLst>
        </pc:grpChg>
        <pc:graphicFrameChg chg="add del">
          <ac:chgData name="Tore Ausland" userId="aba57685-d7d9-45f9-a74d-a4b3d109653f" providerId="ADAL" clId="{AFDF7D3B-1FF8-45F6-8235-8C63BF0AC504}" dt="2024-08-30T10:22:46.865" v="466" actId="26606"/>
          <ac:graphicFrameMkLst>
            <pc:docMk/>
            <pc:sldMk cId="79375369" sldId="264"/>
            <ac:graphicFrameMk id="194" creationId="{603F478B-EE9F-A5B9-E93E-41A6773548B6}"/>
          </ac:graphicFrameMkLst>
        </pc:graphicFrameChg>
        <pc:graphicFrameChg chg="add del">
          <ac:chgData name="Tore Ausland" userId="aba57685-d7d9-45f9-a74d-a4b3d109653f" providerId="ADAL" clId="{AFDF7D3B-1FF8-45F6-8235-8C63BF0AC504}" dt="2024-08-30T10:22:53.987" v="470" actId="26606"/>
          <ac:graphicFrameMkLst>
            <pc:docMk/>
            <pc:sldMk cId="79375369" sldId="264"/>
            <ac:graphicFrameMk id="222" creationId="{93CF8458-321C-D9E4-F46C-4A66E32DA28D}"/>
          </ac:graphicFrameMkLst>
        </pc:graphicFrameChg>
        <pc:picChg chg="del">
          <ac:chgData name="Tore Ausland" userId="aba57685-d7d9-45f9-a74d-a4b3d109653f" providerId="ADAL" clId="{AFDF7D3B-1FF8-45F6-8235-8C63BF0AC504}" dt="2024-08-30T10:21:26.491" v="447" actId="478"/>
          <ac:picMkLst>
            <pc:docMk/>
            <pc:sldMk cId="79375369" sldId="264"/>
            <ac:picMk id="11" creationId="{3D8BBD12-8BC0-6D15-BBE6-B33BEEE899A0}"/>
          </ac:picMkLst>
        </pc:picChg>
        <pc:picChg chg="add del">
          <ac:chgData name="Tore Ausland" userId="aba57685-d7d9-45f9-a74d-a4b3d109653f" providerId="ADAL" clId="{AFDF7D3B-1FF8-45F6-8235-8C63BF0AC504}" dt="2024-08-30T10:22:20.752" v="462" actId="26606"/>
          <ac:picMkLst>
            <pc:docMk/>
            <pc:sldMk cId="79375369" sldId="264"/>
            <ac:picMk id="196" creationId="{5BBA9ED5-B6B4-850B-B97A-244344512D50}"/>
          </ac:picMkLst>
        </pc:picChg>
        <pc:picChg chg="add del">
          <ac:chgData name="Tore Ausland" userId="aba57685-d7d9-45f9-a74d-a4b3d109653f" providerId="ADAL" clId="{AFDF7D3B-1FF8-45F6-8235-8C63BF0AC504}" dt="2024-08-30T10:22:44.769" v="464" actId="26606"/>
          <ac:picMkLst>
            <pc:docMk/>
            <pc:sldMk cId="79375369" sldId="264"/>
            <ac:picMk id="198" creationId="{302D28AC-7FB2-AD61-F4B4-83DD55AE078F}"/>
          </ac:picMkLst>
        </pc:picChg>
        <pc:picChg chg="add">
          <ac:chgData name="Tore Ausland" userId="aba57685-d7d9-45f9-a74d-a4b3d109653f" providerId="ADAL" clId="{AFDF7D3B-1FF8-45F6-8235-8C63BF0AC504}" dt="2024-08-30T10:22:53.992" v="471" actId="26606"/>
          <ac:picMkLst>
            <pc:docMk/>
            <pc:sldMk cId="79375369" sldId="264"/>
            <ac:picMk id="225" creationId="{302D28AC-7FB2-AD61-F4B4-83DD55AE078F}"/>
          </ac:picMkLst>
        </pc:picChg>
        <pc:cxnChg chg="add del">
          <ac:chgData name="Tore Ausland" userId="aba57685-d7d9-45f9-a74d-a4b3d109653f" providerId="ADAL" clId="{AFDF7D3B-1FF8-45F6-8235-8C63BF0AC504}" dt="2024-08-30T10:22:49.549" v="468" actId="26606"/>
          <ac:cxnSpMkLst>
            <pc:docMk/>
            <pc:sldMk cId="79375369" sldId="264"/>
            <ac:cxnSpMk id="216" creationId="{27EBB3F9-D6F7-4F6A-8843-9FEBA15E4969}"/>
          </ac:cxnSpMkLst>
        </pc:cxnChg>
      </pc:sldChg>
      <pc:sldChg chg="modSp mod">
        <pc:chgData name="Tore Ausland" userId="aba57685-d7d9-45f9-a74d-a4b3d109653f" providerId="ADAL" clId="{AFDF7D3B-1FF8-45F6-8235-8C63BF0AC504}" dt="2024-08-30T10:23:41.992" v="505" actId="20577"/>
        <pc:sldMkLst>
          <pc:docMk/>
          <pc:sldMk cId="1366365572" sldId="270"/>
        </pc:sldMkLst>
        <pc:spChg chg="mod">
          <ac:chgData name="Tore Ausland" userId="aba57685-d7d9-45f9-a74d-a4b3d109653f" providerId="ADAL" clId="{AFDF7D3B-1FF8-45F6-8235-8C63BF0AC504}" dt="2024-08-30T10:23:41.992" v="505" actId="20577"/>
          <ac:spMkLst>
            <pc:docMk/>
            <pc:sldMk cId="1366365572" sldId="270"/>
            <ac:spMk id="102" creationId="{93523F7B-DC99-782F-D6DC-C49BC5B1C85D}"/>
          </ac:spMkLst>
        </pc:spChg>
      </pc:sldChg>
      <pc:sldChg chg="addSp delSp modSp mod">
        <pc:chgData name="Tore Ausland" userId="aba57685-d7d9-45f9-a74d-a4b3d109653f" providerId="ADAL" clId="{AFDF7D3B-1FF8-45F6-8235-8C63BF0AC504}" dt="2024-08-30T10:26:34.834" v="543" actId="26606"/>
        <pc:sldMkLst>
          <pc:docMk/>
          <pc:sldMk cId="409045571" sldId="272"/>
        </pc:sldMkLst>
        <pc:spChg chg="mo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2" creationId="{F88026DC-550B-A781-AA02-8C9C6360D4CE}"/>
          </ac:spMkLst>
        </pc:spChg>
        <pc:spChg chg="mo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02" creationId="{93523F7B-DC99-782F-D6DC-C49BC5B1C85D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35" creationId="{B8FE8EF1-7AF2-4864-A8DE-7EE3481DA1D4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37" creationId="{76CB6AE4-A444-41E5-A744-47F048A15E7D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39" creationId="{B4BAC1B2-6636-4CB3-8018-BAAE8A0456CC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41" creationId="{99E51F2A-41B1-4159-8DCF-C9E46EDC595D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71" creationId="{FE8CCA1D-3EED-438C-8DF2-1F365B6F1CC5}"/>
          </ac:spMkLst>
        </pc:spChg>
        <pc:spChg chg="add">
          <ac:chgData name="Tore Ausland" userId="aba57685-d7d9-45f9-a74d-a4b3d109653f" providerId="ADAL" clId="{AFDF7D3B-1FF8-45F6-8235-8C63BF0AC504}" dt="2024-08-30T10:26:34.834" v="543" actId="26606"/>
          <ac:spMkLst>
            <pc:docMk/>
            <pc:sldMk cId="409045571" sldId="272"/>
            <ac:spMk id="173" creationId="{32D9B158-7DEE-41F9-AC1A-4F746D42820B}"/>
          </ac:spMkLst>
        </pc:spChg>
        <pc:grpChg chg="add">
          <ac:chgData name="Tore Ausland" userId="aba57685-d7d9-45f9-a74d-a4b3d109653f" providerId="ADAL" clId="{AFDF7D3B-1FF8-45F6-8235-8C63BF0AC504}" dt="2024-08-30T10:26:34.834" v="543" actId="26606"/>
          <ac:grpSpMkLst>
            <pc:docMk/>
            <pc:sldMk cId="409045571" sldId="272"/>
            <ac:grpSpMk id="107" creationId="{7B7EFD05-5F12-420E-8AEF-74D5EF9D58BC}"/>
          </ac:grpSpMkLst>
        </pc:grpChg>
        <pc:grpChg chg="add">
          <ac:chgData name="Tore Ausland" userId="aba57685-d7d9-45f9-a74d-a4b3d109653f" providerId="ADAL" clId="{AFDF7D3B-1FF8-45F6-8235-8C63BF0AC504}" dt="2024-08-30T10:26:34.834" v="543" actId="26606"/>
          <ac:grpSpMkLst>
            <pc:docMk/>
            <pc:sldMk cId="409045571" sldId="272"/>
            <ac:grpSpMk id="121" creationId="{B64F33C7-E158-4057-87E7-6F42AA6D034A}"/>
          </ac:grpSpMkLst>
        </pc:grpChg>
        <pc:grpChg chg="add">
          <ac:chgData name="Tore Ausland" userId="aba57685-d7d9-45f9-a74d-a4b3d109653f" providerId="ADAL" clId="{AFDF7D3B-1FF8-45F6-8235-8C63BF0AC504}" dt="2024-08-30T10:26:34.834" v="543" actId="26606"/>
          <ac:grpSpMkLst>
            <pc:docMk/>
            <pc:sldMk cId="409045571" sldId="272"/>
            <ac:grpSpMk id="143" creationId="{4868BDA6-98C8-4E7B-8A59-1162BE9390A7}"/>
          </ac:grpSpMkLst>
        </pc:grpChg>
        <pc:grpChg chg="add">
          <ac:chgData name="Tore Ausland" userId="aba57685-d7d9-45f9-a74d-a4b3d109653f" providerId="ADAL" clId="{AFDF7D3B-1FF8-45F6-8235-8C63BF0AC504}" dt="2024-08-30T10:26:34.834" v="543" actId="26606"/>
          <ac:grpSpMkLst>
            <pc:docMk/>
            <pc:sldMk cId="409045571" sldId="272"/>
            <ac:grpSpMk id="157" creationId="{12B2B893-BDFC-47A3-A8C8-B3351994BF99}"/>
          </ac:grpSpMkLst>
        </pc:grpChg>
        <pc:picChg chg="add mod">
          <ac:chgData name="Tore Ausland" userId="aba57685-d7d9-45f9-a74d-a4b3d109653f" providerId="ADAL" clId="{AFDF7D3B-1FF8-45F6-8235-8C63BF0AC504}" dt="2024-08-30T10:26:34.834" v="543" actId="26606"/>
          <ac:picMkLst>
            <pc:docMk/>
            <pc:sldMk cId="409045571" sldId="272"/>
            <ac:picMk id="4" creationId="{1C4FD97A-4B72-90B9-C12F-9D700F6BBB0C}"/>
          </ac:picMkLst>
        </pc:picChg>
        <pc:picChg chg="del">
          <ac:chgData name="Tore Ausland" userId="aba57685-d7d9-45f9-a74d-a4b3d109653f" providerId="ADAL" clId="{AFDF7D3B-1FF8-45F6-8235-8C63BF0AC504}" dt="2024-08-30T10:26:23.435" v="540" actId="478"/>
          <ac:picMkLst>
            <pc:docMk/>
            <pc:sldMk cId="409045571" sldId="272"/>
            <ac:picMk id="40" creationId="{BC3A7EEF-0C0C-1D5C-3847-DE7419F5D6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30.08.2024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brreg.no/bruke-data-fra-bronnoysundregistrene/bestille-produkter/informasjon-om-vare-produkt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1D1F24C-BA9D-41EE-B46F-6C4F5B35D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9D2E67-C8D9-42AD-AFD1-750269D089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1391" b="3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C13B8118-80AF-4C0C-BC64-74291987F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E28C34FD-C8AB-4444-9244-37247B99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F9BFF7D6-B77B-44E9-A782-9D298C990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514D6296-625A-4CC9-BEB9-D738BF2A2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1" name="Freeform 14">
              <a:extLst>
                <a:ext uri="{FF2B5EF4-FFF2-40B4-BE49-F238E27FC236}">
                  <a16:creationId xmlns:a16="http://schemas.microsoft.com/office/drawing/2014/main" id="{CF7A54B1-9C64-4395-9A06-3DCAFBD40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2" name="Freeform 15">
              <a:extLst>
                <a:ext uri="{FF2B5EF4-FFF2-40B4-BE49-F238E27FC236}">
                  <a16:creationId xmlns:a16="http://schemas.microsoft.com/office/drawing/2014/main" id="{A06A8912-6544-446B-8B15-C7E68BF5E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23046646-4195-4B9A-8E43-22B520F8F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B0BBADBF-6D90-44AD-9068-FF03855DA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75227888-5A01-404B-AE4D-D79B05A86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B7ACB41F-3710-4051-AB65-5FC82C5FB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F28F1156-1F03-4A29-9016-C29EA17BC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8" name="Freeform 21">
              <a:extLst>
                <a:ext uri="{FF2B5EF4-FFF2-40B4-BE49-F238E27FC236}">
                  <a16:creationId xmlns:a16="http://schemas.microsoft.com/office/drawing/2014/main" id="{F7C0D23E-7680-4D6E-B35D-244D3E77E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D1F7FFBA-E04A-40A4-8F92-AAD6EF8A4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nb-NO"/>
              <a:t>Shareholder meeting FOS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nb-NO" dirty="0"/>
              <a:t>30.08.2024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02F7C86-D374-4969-AB87-CA4108CE9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D99BC819-B2EA-4CCC-8B23-CF42F48D6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1EA0AE3F-610C-4727-B82A-D91B4282E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1AED653B-8E26-4407-B55E-5EF634840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21EB9336-97C9-4E84-94CF-D3F74080F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69BF6CA2-569A-4C82-A2AE-CDCF36CC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7" name="Freeform 32">
              <a:extLst>
                <a:ext uri="{FF2B5EF4-FFF2-40B4-BE49-F238E27FC236}">
                  <a16:creationId xmlns:a16="http://schemas.microsoft.com/office/drawing/2014/main" id="{421FFC08-FE31-4A95-B2F5-68A06B97A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8" name="Freeform 33">
              <a:extLst>
                <a:ext uri="{FF2B5EF4-FFF2-40B4-BE49-F238E27FC236}">
                  <a16:creationId xmlns:a16="http://schemas.microsoft.com/office/drawing/2014/main" id="{2422EB91-1B28-4E12-A747-0ACA5D9E2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9" name="Freeform 34">
              <a:extLst>
                <a:ext uri="{FF2B5EF4-FFF2-40B4-BE49-F238E27FC236}">
                  <a16:creationId xmlns:a16="http://schemas.microsoft.com/office/drawing/2014/main" id="{6077349A-7224-44B1-9F3A-E1BDCB43B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0" name="Freeform 35">
              <a:extLst>
                <a:ext uri="{FF2B5EF4-FFF2-40B4-BE49-F238E27FC236}">
                  <a16:creationId xmlns:a16="http://schemas.microsoft.com/office/drawing/2014/main" id="{A05A2443-1E41-4A29-927D-4C9D7FA8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1" name="Freeform 36">
              <a:extLst>
                <a:ext uri="{FF2B5EF4-FFF2-40B4-BE49-F238E27FC236}">
                  <a16:creationId xmlns:a16="http://schemas.microsoft.com/office/drawing/2014/main" id="{849DD9E0-80A6-4A4C-91DD-CF69D1C33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2" name="Freeform 37">
              <a:extLst>
                <a:ext uri="{FF2B5EF4-FFF2-40B4-BE49-F238E27FC236}">
                  <a16:creationId xmlns:a16="http://schemas.microsoft.com/office/drawing/2014/main" id="{04A5B2BC-E2EA-4553-8199-C4F3B86D8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3" name="Freeform 38">
              <a:extLst>
                <a:ext uri="{FF2B5EF4-FFF2-40B4-BE49-F238E27FC236}">
                  <a16:creationId xmlns:a16="http://schemas.microsoft.com/office/drawing/2014/main" id="{69AA136B-030C-4644-821E-3247A1841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9DEDD006-D91C-4989-B39C-EEEA43F86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87" name="Freeform 33">
            <a:extLst>
              <a:ext uri="{FF2B5EF4-FFF2-40B4-BE49-F238E27FC236}">
                <a16:creationId xmlns:a16="http://schemas.microsoft.com/office/drawing/2014/main" id="{35EF7FFE-55CC-444E-A630-F40A5C9C5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 iht. aksjons punkter 07.08.2024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836" y="1905000"/>
            <a:ext cx="3793300" cy="3777622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Revisor: Fortsatt drift i </a:t>
            </a:r>
            <a:r>
              <a:rPr lang="nb-NO" sz="12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ferdocean</a:t>
            </a:r>
            <a:r>
              <a:rPr lang="nb-NO" sz="12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shipping, revidert note.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Hva betyr dette for selskapet og aksjonærene?</a:t>
            </a:r>
            <a:endParaRPr lang="nb-NO" sz="10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Certificate</a:t>
            </a: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12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12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good</a:t>
            </a: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nb-NO" sz="1200" b="1" dirty="0" err="1">
                <a:ea typeface="Aptos" panose="020B0004020202020204" pitchFamily="34" charset="0"/>
                <a:cs typeface="Times New Roman" panose="02020603050405020304" pitchFamily="18" charset="0"/>
              </a:rPr>
              <a:t>standing</a:t>
            </a:r>
            <a:r>
              <a:rPr lang="nb-NO" sz="1200" b="1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nb-NO" sz="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AOB</a:t>
            </a:r>
            <a:endParaRPr lang="nb-NO" sz="1200" b="1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698F2387-816B-135D-2785-B20EE9EE7DAF}"/>
              </a:ext>
            </a:extLst>
          </p:cNvPr>
          <p:cNvSpPr txBox="1">
            <a:spLocks/>
          </p:cNvSpPr>
          <p:nvPr/>
        </p:nvSpPr>
        <p:spPr>
          <a:xfrm>
            <a:off x="6531866" y="1905000"/>
            <a:ext cx="37933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89E5420-7310-3BA2-DC1C-4F177A3D8326}"/>
              </a:ext>
            </a:extLst>
          </p:cNvPr>
          <p:cNvSpPr txBox="1"/>
          <p:nvPr/>
        </p:nvSpPr>
        <p:spPr>
          <a:xfrm>
            <a:off x="6531866" y="1905000"/>
            <a:ext cx="3793300" cy="2549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Auditor: Going concern versus uncertainty about going concern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What does this mean for the company and the shareholders?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Certificate of good standing provided that accounts with the assumption of going concern are in place.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sz="1200" b="1" dirty="0">
                <a:solidFill>
                  <a:srgbClr val="242424"/>
                </a:solidFill>
                <a:effectLst/>
                <a:latin typeface="+mj-lt"/>
                <a:ea typeface="Aptos" panose="020B0004020202020204" pitchFamily="34" charset="0"/>
                <a:cs typeface="Aptos" panose="020B0004020202020204" pitchFamily="34" charset="0"/>
              </a:rPr>
              <a:t>AOB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endParaRPr lang="nb-NO" sz="1200" b="1" dirty="0">
              <a:solidFill>
                <a:srgbClr val="242424"/>
              </a:solidFill>
              <a:effectLst/>
              <a:latin typeface="+mj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3200" b="1">
                <a:effectLst/>
              </a:rPr>
              <a:t>Rev. Note 9</a:t>
            </a:r>
            <a:endParaRPr lang="en-US" sz="3200">
              <a:effectLst/>
            </a:endParaRPr>
          </a:p>
        </p:txBody>
      </p:sp>
      <p:sp>
        <p:nvSpPr>
          <p:cNvPr id="224" name="TekstSylinder 223">
            <a:extLst>
              <a:ext uri="{FF2B5EF4-FFF2-40B4-BE49-F238E27FC236}">
                <a16:creationId xmlns:a16="http://schemas.microsoft.com/office/drawing/2014/main" id="{80AE1451-B8FB-51EF-AB86-EA0385497388}"/>
              </a:ext>
            </a:extLst>
          </p:cNvPr>
          <p:cNvSpPr txBox="1"/>
          <p:nvPr/>
        </p:nvSpPr>
        <p:spPr>
          <a:xfrm>
            <a:off x="1683956" y="2133600"/>
            <a:ext cx="4140772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800" dirty="0">
                <a:solidFill>
                  <a:srgbClr val="000000"/>
                </a:solidFill>
                <a:effectLst/>
              </a:rPr>
              <a:t>«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Resultatet</a:t>
            </a:r>
            <a:r>
              <a:rPr lang="en-US" sz="800" dirty="0">
                <a:solidFill>
                  <a:srgbClr val="000000"/>
                </a:solidFill>
                <a:effectLst/>
              </a:rPr>
              <a:t> for 2023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viser</a:t>
            </a:r>
            <a:r>
              <a:rPr lang="en-US" sz="800" dirty="0">
                <a:solidFill>
                  <a:srgbClr val="000000"/>
                </a:solidFill>
                <a:effectLst/>
              </a:rPr>
              <a:t> et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underskudd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på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</a:t>
            </a:r>
            <a:r>
              <a:rPr lang="en-US" sz="800" dirty="0">
                <a:solidFill>
                  <a:srgbClr val="000000"/>
                </a:solidFill>
                <a:effectLst/>
              </a:rPr>
              <a:t> -7,1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millioner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etter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skatt</a:t>
            </a:r>
            <a:r>
              <a:rPr lang="en-US" sz="800" dirty="0">
                <a:solidFill>
                  <a:srgbClr val="000000"/>
                </a:solidFill>
                <a:effectLst/>
              </a:rPr>
              <a:t>,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per 31.12.23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negativ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egenkapital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på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</a:t>
            </a:r>
            <a:r>
              <a:rPr lang="en-US" sz="800" dirty="0">
                <a:solidFill>
                  <a:srgbClr val="000000"/>
                </a:solidFill>
                <a:effectLst/>
              </a:rPr>
              <a:t> -5,4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millioner</a:t>
            </a:r>
            <a:r>
              <a:rPr lang="en-US" sz="800" dirty="0">
                <a:solidFill>
                  <a:srgbClr val="000000"/>
                </a:solidFill>
                <a:effectLst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endParaRPr lang="en-US" sz="800" dirty="0">
              <a:solidFill>
                <a:srgbClr val="000000"/>
              </a:solidFill>
              <a:effectLst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vært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gjennom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krevende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oppstartsfase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fikk</a:t>
            </a:r>
            <a:r>
              <a:rPr lang="en-US" sz="800" dirty="0">
                <a:solidFill>
                  <a:srgbClr val="000000"/>
                </a:solidFill>
                <a:effectLst/>
              </a:rPr>
              <a:t> sin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første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kontrakt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2022,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vurderes</a:t>
            </a:r>
            <a:r>
              <a:rPr lang="en-US" sz="800" dirty="0">
                <a:solidFill>
                  <a:srgbClr val="000000"/>
                </a:solidFill>
                <a:effectLst/>
              </a:rPr>
              <a:t> å ha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betydelig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fremtidig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potensial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både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nasjonalt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internasjonalt</a:t>
            </a:r>
            <a:r>
              <a:rPr lang="en-US" sz="800" dirty="0">
                <a:solidFill>
                  <a:srgbClr val="000000"/>
                </a:solidFill>
                <a:effectLst/>
              </a:rPr>
              <a:t>.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støttes</a:t>
            </a:r>
            <a:r>
              <a:rPr lang="en-US" sz="800" dirty="0">
                <a:solidFill>
                  <a:srgbClr val="000000"/>
                </a:solidFill>
                <a:effectLst/>
              </a:rPr>
              <a:t> av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finansielt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sterke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interessenter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som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evne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å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bidra</a:t>
            </a:r>
            <a:r>
              <a:rPr lang="en-US" sz="800" dirty="0">
                <a:solidFill>
                  <a:srgbClr val="000000"/>
                </a:solidFill>
                <a:effectLst/>
              </a:rPr>
              <a:t> med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kapital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inntil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er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stand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å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realisere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sitt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fulle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potensial</a:t>
            </a:r>
            <a:r>
              <a:rPr lang="en-US" sz="800" dirty="0">
                <a:solidFill>
                  <a:srgbClr val="000000"/>
                </a:solidFill>
                <a:effectLst/>
              </a:rPr>
              <a:t>.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Soliditeten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likviditeten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vært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anstrengt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regnskapsåret</a:t>
            </a:r>
            <a:r>
              <a:rPr lang="en-US" sz="800" dirty="0">
                <a:solidFill>
                  <a:srgbClr val="000000"/>
                </a:solidFill>
                <a:effectLst/>
              </a:rPr>
              <a:t> 2023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hittil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2024. I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denne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perioden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inngikk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låneavtale</a:t>
            </a:r>
            <a:r>
              <a:rPr lang="en-US" sz="800" dirty="0">
                <a:solidFill>
                  <a:srgbClr val="000000"/>
                </a:solidFill>
                <a:effectLst/>
              </a:rPr>
              <a:t> med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aksjonærene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på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</a:t>
            </a:r>
            <a:r>
              <a:rPr lang="en-US" sz="800" dirty="0">
                <a:solidFill>
                  <a:srgbClr val="000000"/>
                </a:solidFill>
                <a:effectLst/>
              </a:rPr>
              <a:t> 6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millioner</a:t>
            </a:r>
            <a:r>
              <a:rPr lang="en-US" sz="800" dirty="0">
                <a:solidFill>
                  <a:srgbClr val="000000"/>
                </a:solidFill>
                <a:effectLst/>
              </a:rPr>
              <a:t>,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hvor</a:t>
            </a:r>
            <a:r>
              <a:rPr lang="en-US" sz="800" dirty="0">
                <a:solidFill>
                  <a:srgbClr val="000000"/>
                </a:solidFill>
                <a:effectLst/>
              </a:rPr>
              <a:t> de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siste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</a:t>
            </a:r>
            <a:r>
              <a:rPr lang="en-US" sz="800" dirty="0">
                <a:solidFill>
                  <a:srgbClr val="000000"/>
                </a:solidFill>
                <a:effectLst/>
              </a:rPr>
              <a:t> 2,8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millioner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ble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innbetalt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juli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august 2024.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endParaRPr lang="en-US" sz="800" dirty="0">
              <a:solidFill>
                <a:srgbClr val="000000"/>
              </a:solidFill>
              <a:effectLst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800" dirty="0" err="1">
                <a:solidFill>
                  <a:srgbClr val="000000"/>
                </a:solidFill>
                <a:effectLst/>
              </a:rPr>
              <a:t>Aksjonærene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vist</a:t>
            </a:r>
            <a:r>
              <a:rPr lang="en-US" sz="800" dirty="0">
                <a:solidFill>
                  <a:srgbClr val="000000"/>
                </a:solidFill>
                <a:effectLst/>
              </a:rPr>
              <a:t> sin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støtte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har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tro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på</a:t>
            </a:r>
            <a:r>
              <a:rPr lang="en-US" sz="800" dirty="0">
                <a:solidFill>
                  <a:srgbClr val="000000"/>
                </a:solidFill>
                <a:effectLst/>
              </a:rPr>
              <a:t> at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klare</a:t>
            </a:r>
            <a:r>
              <a:rPr lang="en-US" sz="800" dirty="0">
                <a:solidFill>
                  <a:srgbClr val="000000"/>
                </a:solidFill>
                <a:effectLst/>
              </a:rPr>
              <a:t> å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overvinne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utfordringene</a:t>
            </a:r>
            <a:r>
              <a:rPr lang="en-US" sz="800" dirty="0">
                <a:solidFill>
                  <a:srgbClr val="000000"/>
                </a:solidFill>
                <a:effectLst/>
              </a:rPr>
              <a:t>, med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gode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muligheter</a:t>
            </a:r>
            <a:r>
              <a:rPr lang="en-US" sz="800" dirty="0">
                <a:solidFill>
                  <a:srgbClr val="000000"/>
                </a:solidFill>
                <a:effectLst/>
              </a:rPr>
              <a:t> for å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realisere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nødvendig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finansiering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løpet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av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tredje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kvartal</a:t>
            </a:r>
            <a:r>
              <a:rPr lang="en-US" sz="800" dirty="0">
                <a:solidFill>
                  <a:srgbClr val="000000"/>
                </a:solidFill>
                <a:effectLst/>
              </a:rPr>
              <a:t> 2024.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Selskapet</a:t>
            </a:r>
            <a:r>
              <a:rPr lang="en-US" sz="800" dirty="0">
                <a:solidFill>
                  <a:srgbClr val="000000"/>
                </a:solidFill>
                <a:effectLst/>
              </a:rPr>
              <a:t> er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sluttforhandlinger</a:t>
            </a:r>
            <a:r>
              <a:rPr lang="en-US" sz="800" dirty="0">
                <a:solidFill>
                  <a:srgbClr val="000000"/>
                </a:solidFill>
                <a:effectLst/>
              </a:rPr>
              <a:t> med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finansinstitusjon</a:t>
            </a:r>
            <a:r>
              <a:rPr lang="en-US" sz="800" dirty="0">
                <a:solidFill>
                  <a:srgbClr val="000000"/>
                </a:solidFill>
                <a:effectLst/>
              </a:rPr>
              <a:t> om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finansiell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ramme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som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gjøre</a:t>
            </a:r>
            <a:r>
              <a:rPr lang="en-US" sz="800" dirty="0">
                <a:solidFill>
                  <a:srgbClr val="000000"/>
                </a:solidFill>
                <a:effectLst/>
              </a:rPr>
              <a:t> det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mulig</a:t>
            </a:r>
            <a:r>
              <a:rPr lang="en-US" sz="800" dirty="0">
                <a:solidFill>
                  <a:srgbClr val="000000"/>
                </a:solidFill>
                <a:effectLst/>
              </a:rPr>
              <a:t> for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Ferdocean</a:t>
            </a:r>
            <a:r>
              <a:rPr lang="en-US" sz="800" dirty="0">
                <a:solidFill>
                  <a:srgbClr val="000000"/>
                </a:solidFill>
                <a:effectLst/>
              </a:rPr>
              <a:t> Shipping AS å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fullfinansiere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gjennomføre</a:t>
            </a:r>
            <a:r>
              <a:rPr lang="en-US" sz="800" dirty="0">
                <a:solidFill>
                  <a:srgbClr val="000000"/>
                </a:solidFill>
                <a:effectLst/>
              </a:rPr>
              <a:t> to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betydelige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prosjekter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i</a:t>
            </a:r>
            <a:r>
              <a:rPr lang="en-US" sz="800" dirty="0">
                <a:solidFill>
                  <a:srgbClr val="000000"/>
                </a:solidFill>
                <a:effectLst/>
              </a:rPr>
              <a:t> 2025.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endParaRPr lang="en-US" sz="800" dirty="0">
              <a:solidFill>
                <a:srgbClr val="000000"/>
              </a:solidFill>
              <a:effectLst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800" dirty="0">
                <a:solidFill>
                  <a:srgbClr val="000000"/>
                </a:solidFill>
                <a:effectLst/>
              </a:rPr>
              <a:t>I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perioden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frem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til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nødvendig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finansiering</a:t>
            </a:r>
            <a:r>
              <a:rPr lang="en-US" sz="800" dirty="0">
                <a:solidFill>
                  <a:srgbClr val="000000"/>
                </a:solidFill>
                <a:effectLst/>
              </a:rPr>
              <a:t> er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realisert</a:t>
            </a:r>
            <a:r>
              <a:rPr lang="en-US" sz="800" dirty="0">
                <a:solidFill>
                  <a:srgbClr val="000000"/>
                </a:solidFill>
                <a:effectLst/>
              </a:rPr>
              <a:t>,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vil</a:t>
            </a:r>
            <a:r>
              <a:rPr lang="en-US" sz="800" dirty="0">
                <a:solidFill>
                  <a:srgbClr val="000000"/>
                </a:solidFill>
                <a:effectLst/>
              </a:rPr>
              <a:t> det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følgelig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eksistere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usikkerhet</a:t>
            </a:r>
            <a:r>
              <a:rPr lang="en-US" sz="800" dirty="0">
                <a:solidFill>
                  <a:srgbClr val="000000"/>
                </a:solidFill>
                <a:effectLst/>
              </a:rPr>
              <a:t> om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fortsatt</a:t>
            </a:r>
            <a:r>
              <a:rPr lang="en-US" sz="800" dirty="0">
                <a:solidFill>
                  <a:srgbClr val="000000"/>
                </a:solidFill>
                <a:effectLst/>
              </a:rPr>
              <a:t> drift.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Likviditetssituasjonen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kan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være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krevende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stund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fremover</a:t>
            </a:r>
            <a:r>
              <a:rPr lang="en-US" sz="800" dirty="0">
                <a:solidFill>
                  <a:srgbClr val="000000"/>
                </a:solidFill>
                <a:effectLst/>
              </a:rPr>
              <a:t>, men det er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etablert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en</a:t>
            </a:r>
            <a:r>
              <a:rPr lang="en-US" sz="800" dirty="0">
                <a:solidFill>
                  <a:srgbClr val="000000"/>
                </a:solidFill>
                <a:effectLst/>
              </a:rPr>
              <a:t> god dialog med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kreditorene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som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holdes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løpende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orientert</a:t>
            </a:r>
            <a:r>
              <a:rPr lang="en-US" sz="800" dirty="0">
                <a:solidFill>
                  <a:srgbClr val="000000"/>
                </a:solidFill>
                <a:effectLst/>
              </a:rPr>
              <a:t> om de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vil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påvirkes</a:t>
            </a:r>
            <a:r>
              <a:rPr lang="en-US" sz="800" dirty="0">
                <a:solidFill>
                  <a:srgbClr val="000000"/>
                </a:solidFill>
                <a:effectLst/>
              </a:rPr>
              <a:t> av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midlertidige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likviditets</a:t>
            </a:r>
            <a:r>
              <a:rPr lang="en-US" sz="800" dirty="0">
                <a:solidFill>
                  <a:srgbClr val="000000"/>
                </a:solidFill>
                <a:effectLst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utfordringer</a:t>
            </a:r>
            <a:r>
              <a:rPr lang="en-US" sz="800" dirty="0">
                <a:solidFill>
                  <a:srgbClr val="000000"/>
                </a:solidFill>
                <a:effectLst/>
              </a:rPr>
              <a:t>.».</a:t>
            </a:r>
          </a:p>
        </p:txBody>
      </p:sp>
      <p:pic>
        <p:nvPicPr>
          <p:cNvPr id="225" name="Graphic 195" descr="Sikker bærbar datamaskin">
            <a:extLst>
              <a:ext uri="{FF2B5EF4-FFF2-40B4-BE49-F238E27FC236}">
                <a16:creationId xmlns:a16="http://schemas.microsoft.com/office/drawing/2014/main" id="{302D28AC-7FB2-AD61-F4B4-83DD55AE0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3856" y="645106"/>
            <a:ext cx="524774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5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" name="Picture 15" descr="Hvitt puslespill med én rød brikke">
            <a:extLst>
              <a:ext uri="{FF2B5EF4-FFF2-40B4-BE49-F238E27FC236}">
                <a16:creationId xmlns:a16="http://schemas.microsoft.com/office/drawing/2014/main" id="{BC3A7EEF-0C0C-1D5C-3847-DE7419F5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9" r="18155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01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pPr lvl="0"/>
            <a:r>
              <a:rPr lang="en-US" sz="3200" b="1">
                <a:solidFill>
                  <a:srgbClr val="FEFF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Potensielt GAP</a:t>
            </a:r>
            <a:endParaRPr lang="nb-NO" sz="3200">
              <a:solidFill>
                <a:srgbClr val="FE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pPr lvl="1" indent="-342900"/>
            <a:r>
              <a:rPr lang="nb-NO" sz="1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Levering av regnskap med ny note.</a:t>
            </a:r>
          </a:p>
          <a:p>
            <a:pPr lvl="1" indent="-342900"/>
            <a:r>
              <a:rPr lang="nb-NO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Ingen ytterligere kapital garanti nødvendig nå.</a:t>
            </a: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Clr>
                <a:srgbClr val="AB2310"/>
              </a:buClr>
              <a:buNone/>
            </a:pPr>
            <a:endParaRPr lang="nb-N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6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8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9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1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2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4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5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6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7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8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19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122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3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4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6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7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8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9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0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1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3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37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B4BAC1B2-6636-4CB3-8018-BAAE8A045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9E51F2A-41B1-4159-8DCF-C9E46EDC5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047" y="935646"/>
            <a:ext cx="4851190" cy="496801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868BDA6-98C8-4E7B-8A59-1162BE93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87364" y="228600"/>
            <a:ext cx="2851523" cy="6638625"/>
            <a:chOff x="2487613" y="285750"/>
            <a:chExt cx="2428875" cy="5654676"/>
          </a:xfrm>
        </p:grpSpPr>
        <p:sp>
          <p:nvSpPr>
            <p:cNvPr id="144" name="Freeform 11">
              <a:extLst>
                <a:ext uri="{FF2B5EF4-FFF2-40B4-BE49-F238E27FC236}">
                  <a16:creationId xmlns:a16="http://schemas.microsoft.com/office/drawing/2014/main" id="{D81ADA10-FA3B-405F-86D4-1BA4D4140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5" name="Freeform 12">
              <a:extLst>
                <a:ext uri="{FF2B5EF4-FFF2-40B4-BE49-F238E27FC236}">
                  <a16:creationId xmlns:a16="http://schemas.microsoft.com/office/drawing/2014/main" id="{D4F2022F-50BA-40A0-9DE3-95D8E5D84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6" name="Freeform 13">
              <a:extLst>
                <a:ext uri="{FF2B5EF4-FFF2-40B4-BE49-F238E27FC236}">
                  <a16:creationId xmlns:a16="http://schemas.microsoft.com/office/drawing/2014/main" id="{D45B3AAD-CD8F-42A9-8911-746584CB4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7" name="Freeform 14">
              <a:extLst>
                <a:ext uri="{FF2B5EF4-FFF2-40B4-BE49-F238E27FC236}">
                  <a16:creationId xmlns:a16="http://schemas.microsoft.com/office/drawing/2014/main" id="{1B5BBA15-98B5-49B1-BFAA-70496407C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8" name="Freeform 15">
              <a:extLst>
                <a:ext uri="{FF2B5EF4-FFF2-40B4-BE49-F238E27FC236}">
                  <a16:creationId xmlns:a16="http://schemas.microsoft.com/office/drawing/2014/main" id="{1426328E-D8AD-4CF3-84C4-EADAF4B7C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6D173D77-4FAE-4B6E-BCA3-88C023DEA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0" name="Freeform 17">
              <a:extLst>
                <a:ext uri="{FF2B5EF4-FFF2-40B4-BE49-F238E27FC236}">
                  <a16:creationId xmlns:a16="http://schemas.microsoft.com/office/drawing/2014/main" id="{D2F3C6ED-3296-4551-890C-E00636FC4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1" name="Freeform 18">
              <a:extLst>
                <a:ext uri="{FF2B5EF4-FFF2-40B4-BE49-F238E27FC236}">
                  <a16:creationId xmlns:a16="http://schemas.microsoft.com/office/drawing/2014/main" id="{CCD94978-E895-4165-8420-BFD493A48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2" name="Freeform 19">
              <a:extLst>
                <a:ext uri="{FF2B5EF4-FFF2-40B4-BE49-F238E27FC236}">
                  <a16:creationId xmlns:a16="http://schemas.microsoft.com/office/drawing/2014/main" id="{2D296B6E-5119-44C6-8316-91B13AC22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3" name="Freeform 20">
              <a:extLst>
                <a:ext uri="{FF2B5EF4-FFF2-40B4-BE49-F238E27FC236}">
                  <a16:creationId xmlns:a16="http://schemas.microsoft.com/office/drawing/2014/main" id="{9718EC72-EF07-434B-86CA-F9FB74FA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4" name="Freeform 21">
              <a:extLst>
                <a:ext uri="{FF2B5EF4-FFF2-40B4-BE49-F238E27FC236}">
                  <a16:creationId xmlns:a16="http://schemas.microsoft.com/office/drawing/2014/main" id="{4A84889A-F40B-4581-B8FF-D34D3EC21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5" name="Freeform 22">
              <a:extLst>
                <a:ext uri="{FF2B5EF4-FFF2-40B4-BE49-F238E27FC236}">
                  <a16:creationId xmlns:a16="http://schemas.microsoft.com/office/drawing/2014/main" id="{EEA5C22F-63E7-4E2A-9135-6820FC6B8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2B2B893-BDFC-47A3-A8C8-B3351994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4579" y="-786"/>
            <a:ext cx="2356675" cy="6854040"/>
            <a:chOff x="6627813" y="194833"/>
            <a:chExt cx="1952625" cy="5678918"/>
          </a:xfrm>
        </p:grpSpPr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8D083C0B-408E-4195-B8E1-33451B8A3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C7442FE-70AA-4B30-9386-0E011A0A9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6183366D-5F8A-40D5-9D35-25286ECB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F9E4E29F-ED9B-42DE-8858-A3B54120E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75C77770-2C7D-4356-A1C0-F3B10DCC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A583B398-24D3-452A-9279-409D85D4C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8592BE0E-0BF6-4FE9-ABD6-7B7188BFD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C3D34FBF-02FF-4A36-BD2F-560F61252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F7F01C2A-5852-4E78-87E5-9639938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7" name="Freeform 36">
              <a:extLst>
                <a:ext uri="{FF2B5EF4-FFF2-40B4-BE49-F238E27FC236}">
                  <a16:creationId xmlns:a16="http://schemas.microsoft.com/office/drawing/2014/main" id="{3F3D15E2-E389-4E28-815C-9F1EF5387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933BD079-DCEA-44C2-A3ED-3919F996F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760D82AC-986D-4E9A-9989-BB83B349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602" y="935646"/>
            <a:ext cx="3181597" cy="38417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4400" b="1"/>
              <a:t>Certificate of good standing.</a:t>
            </a:r>
            <a:endParaRPr lang="en-US" sz="4400" b="1">
              <a:effectLst/>
            </a:endParaRPr>
          </a:p>
        </p:txBody>
      </p:sp>
      <p:sp>
        <p:nvSpPr>
          <p:cNvPr id="102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4602" y="4777379"/>
            <a:ext cx="3181598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Informasjon om våre produkter - Brønnøysundregistrene (brreg.no)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1C4FD97A-4B72-90B9-C12F-9D700F6B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6" y="1250067"/>
            <a:ext cx="3710058" cy="4326599"/>
          </a:xfrm>
          <a:prstGeom prst="rect">
            <a:avLst/>
          </a:prstGeom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FE8CCA1D-3EED-438C-8DF2-1F365B6F1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7355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73" name="Freeform 33">
            <a:extLst>
              <a:ext uri="{FF2B5EF4-FFF2-40B4-BE49-F238E27FC236}">
                <a16:creationId xmlns:a16="http://schemas.microsoft.com/office/drawing/2014/main" id="{32D9B158-7DEE-41F9-AC1A-4F746D428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087355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04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pPr lvl="0"/>
            <a:r>
              <a:rPr lang="en-US" sz="3200" b="1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AOB</a:t>
            </a:r>
            <a:endParaRPr lang="nb-NO" sz="32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3110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2399</TotalTime>
  <Words>352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7</vt:i4>
      </vt:variant>
    </vt:vector>
  </HeadingPairs>
  <TitlesOfParts>
    <vt:vector size="14" baseType="lpstr">
      <vt:lpstr>Aptos</vt:lpstr>
      <vt:lpstr>Arial</vt:lpstr>
      <vt:lpstr>Century Gothic</vt:lpstr>
      <vt:lpstr>Segoe UI</vt:lpstr>
      <vt:lpstr>Times New Roman</vt:lpstr>
      <vt:lpstr>Wingdings 3</vt:lpstr>
      <vt:lpstr>Tryllestav</vt:lpstr>
      <vt:lpstr>Shareholder meeting FOS</vt:lpstr>
      <vt:lpstr>Agenda iht. aksjons punkter 07.08.2024</vt:lpstr>
      <vt:lpstr>Rev. Note 9</vt:lpstr>
      <vt:lpstr>Potensielt GAP</vt:lpstr>
      <vt:lpstr>Certificate of good standing.</vt:lpstr>
      <vt:lpstr>AOB</vt:lpstr>
      <vt:lpstr>Takk for oppmøte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14</cp:revision>
  <dcterms:created xsi:type="dcterms:W3CDTF">2024-06-24T07:04:37Z</dcterms:created>
  <dcterms:modified xsi:type="dcterms:W3CDTF">2024-08-30T11:24:37Z</dcterms:modified>
</cp:coreProperties>
</file>