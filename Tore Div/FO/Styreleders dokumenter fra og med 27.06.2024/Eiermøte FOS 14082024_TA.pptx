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64" r:id="rId4"/>
    <p:sldId id="270" r:id="rId5"/>
    <p:sldId id="272" r:id="rId6"/>
    <p:sldId id="27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7E230-516D-4FDD-A5BE-9FBF32BBC99B}" v="8" dt="2024-08-14T08:49:15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9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61C7E230-516D-4FDD-A5BE-9FBF32BBC99B}"/>
    <pc:docChg chg="undo custSel addSld delSld modSld">
      <pc:chgData name="Tore Ausland" userId="aba57685-d7d9-45f9-a74d-a4b3d109653f" providerId="ADAL" clId="{61C7E230-516D-4FDD-A5BE-9FBF32BBC99B}" dt="2024-08-14T08:50:09.607" v="696" actId="26606"/>
      <pc:docMkLst>
        <pc:docMk/>
      </pc:docMkLst>
      <pc:sldChg chg="addSp delSp modSp mod setBg setClrOvrMap">
        <pc:chgData name="Tore Ausland" userId="aba57685-d7d9-45f9-a74d-a4b3d109653f" providerId="ADAL" clId="{61C7E230-516D-4FDD-A5BE-9FBF32BBC99B}" dt="2024-08-14T08:50:09.607" v="696" actId="26606"/>
        <pc:sldMkLst>
          <pc:docMk/>
          <pc:sldMk cId="2804791527" sldId="256"/>
        </pc:sldMkLst>
        <pc:spChg chg="mod">
          <ac:chgData name="Tore Ausland" userId="aba57685-d7d9-45f9-a74d-a4b3d109653f" providerId="ADAL" clId="{61C7E230-516D-4FDD-A5BE-9FBF32BBC99B}" dt="2024-08-14T08:50:09.607" v="696" actId="26606"/>
          <ac:spMkLst>
            <pc:docMk/>
            <pc:sldMk cId="2804791527" sldId="256"/>
            <ac:spMk id="2" creationId="{36D1AE01-C709-9B46-4466-EE6D2C2A37F4}"/>
          </ac:spMkLst>
        </pc:spChg>
        <pc:spChg chg="mod ord">
          <ac:chgData name="Tore Ausland" userId="aba57685-d7d9-45f9-a74d-a4b3d109653f" providerId="ADAL" clId="{61C7E230-516D-4FDD-A5BE-9FBF32BBC99B}" dt="2024-08-14T08:50:09.607" v="696" actId="26606"/>
          <ac:spMkLst>
            <pc:docMk/>
            <pc:sldMk cId="2804791527" sldId="256"/>
            <ac:spMk id="3" creationId="{7DC468D8-0E82-B54D-B804-21F84938880E}"/>
          </ac:spMkLst>
        </pc:spChg>
        <pc:spChg chg="del">
          <ac:chgData name="Tore Ausland" userId="aba57685-d7d9-45f9-a74d-a4b3d109653f" providerId="ADAL" clId="{61C7E230-516D-4FDD-A5BE-9FBF32BBC99B}" dt="2024-08-14T08:50:09.607" v="696" actId="26606"/>
          <ac:spMkLst>
            <pc:docMk/>
            <pc:sldMk cId="2804791527" sldId="256"/>
            <ac:spMk id="8" creationId="{F81819F9-8CAC-4A6C-8F06-0482027F9736}"/>
          </ac:spMkLst>
        </pc:spChg>
        <pc:spChg chg="del">
          <ac:chgData name="Tore Ausland" userId="aba57685-d7d9-45f9-a74d-a4b3d109653f" providerId="ADAL" clId="{61C7E230-516D-4FDD-A5BE-9FBF32BBC99B}" dt="2024-08-14T08:50:09.607" v="696" actId="26606"/>
          <ac:spMkLst>
            <pc:docMk/>
            <pc:sldMk cId="2804791527" sldId="256"/>
            <ac:spMk id="10" creationId="{4A98CC08-AEC2-4E8F-8F52-0F5C6372DB4F}"/>
          </ac:spMkLst>
        </pc:spChg>
        <pc:spChg chg="del">
          <ac:chgData name="Tore Ausland" userId="aba57685-d7d9-45f9-a74d-a4b3d109653f" providerId="ADAL" clId="{61C7E230-516D-4FDD-A5BE-9FBF32BBC99B}" dt="2024-08-14T08:50:09.607" v="696" actId="26606"/>
          <ac:spMkLst>
            <pc:docMk/>
            <pc:sldMk cId="2804791527" sldId="256"/>
            <ac:spMk id="40" creationId="{1310EFE2-B91D-47E7-B117-C2A802800A7C}"/>
          </ac:spMkLst>
        </pc:spChg>
        <pc:spChg chg="add">
          <ac:chgData name="Tore Ausland" userId="aba57685-d7d9-45f9-a74d-a4b3d109653f" providerId="ADAL" clId="{61C7E230-516D-4FDD-A5BE-9FBF32BBC99B}" dt="2024-08-14T08:50:09.607" v="696" actId="26606"/>
          <ac:spMkLst>
            <pc:docMk/>
            <pc:sldMk cId="2804791527" sldId="256"/>
            <ac:spMk id="46" creationId="{1FF9CEF5-A50D-4B8B-9852-D76F7037867E}"/>
          </ac:spMkLst>
        </pc:spChg>
        <pc:spChg chg="add">
          <ac:chgData name="Tore Ausland" userId="aba57685-d7d9-45f9-a74d-a4b3d109653f" providerId="ADAL" clId="{61C7E230-516D-4FDD-A5BE-9FBF32BBC99B}" dt="2024-08-14T08:50:09.607" v="696" actId="26606"/>
          <ac:spMkLst>
            <pc:docMk/>
            <pc:sldMk cId="2804791527" sldId="256"/>
            <ac:spMk id="48" creationId="{30684D86-C9D1-40C3-A9B6-EC935C7312E3}"/>
          </ac:spMkLst>
        </pc:spChg>
        <pc:spChg chg="add">
          <ac:chgData name="Tore Ausland" userId="aba57685-d7d9-45f9-a74d-a4b3d109653f" providerId="ADAL" clId="{61C7E230-516D-4FDD-A5BE-9FBF32BBC99B}" dt="2024-08-14T08:50:09.607" v="696" actId="26606"/>
          <ac:spMkLst>
            <pc:docMk/>
            <pc:sldMk cId="2804791527" sldId="256"/>
            <ac:spMk id="50" creationId="{1EDF7896-F56A-49DA-90F3-F5CE8B9833AD}"/>
          </ac:spMkLst>
        </pc:spChg>
        <pc:grpChg chg="del">
          <ac:chgData name="Tore Ausland" userId="aba57685-d7d9-45f9-a74d-a4b3d109653f" providerId="ADAL" clId="{61C7E230-516D-4FDD-A5BE-9FBF32BBC99B}" dt="2024-08-14T08:50:09.607" v="696" actId="26606"/>
          <ac:grpSpMkLst>
            <pc:docMk/>
            <pc:sldMk cId="2804791527" sldId="256"/>
            <ac:grpSpMk id="12" creationId="{5D1545E6-EB3C-4478-A661-A2CA963F129C}"/>
          </ac:grpSpMkLst>
        </pc:grpChg>
        <pc:grpChg chg="del">
          <ac:chgData name="Tore Ausland" userId="aba57685-d7d9-45f9-a74d-a4b3d109653f" providerId="ADAL" clId="{61C7E230-516D-4FDD-A5BE-9FBF32BBC99B}" dt="2024-08-14T08:50:09.607" v="696" actId="26606"/>
          <ac:grpSpMkLst>
            <pc:docMk/>
            <pc:sldMk cId="2804791527" sldId="256"/>
            <ac:grpSpMk id="26" creationId="{40A75861-F6C5-44A9-B161-B03701CBDE0C}"/>
          </ac:grpSpMkLst>
        </pc:grpChg>
        <pc:picChg chg="add">
          <ac:chgData name="Tore Ausland" userId="aba57685-d7d9-45f9-a74d-a4b3d109653f" providerId="ADAL" clId="{61C7E230-516D-4FDD-A5BE-9FBF32BBC99B}" dt="2024-08-14T08:50:09.607" v="696" actId="26606"/>
          <ac:picMkLst>
            <pc:docMk/>
            <pc:sldMk cId="2804791527" sldId="256"/>
            <ac:picMk id="42" creationId="{019D2E67-C8D9-42AD-AFD1-750269D08927}"/>
          </ac:picMkLst>
        </pc:picChg>
      </pc:sldChg>
      <pc:sldChg chg="del">
        <pc:chgData name="Tore Ausland" userId="aba57685-d7d9-45f9-a74d-a4b3d109653f" providerId="ADAL" clId="{61C7E230-516D-4FDD-A5BE-9FBF32BBC99B}" dt="2024-08-14T07:43:53.192" v="27" actId="47"/>
        <pc:sldMkLst>
          <pc:docMk/>
          <pc:sldMk cId="4280548472" sldId="258"/>
        </pc:sldMkLst>
      </pc:sldChg>
      <pc:sldChg chg="addSp delSp modSp mod">
        <pc:chgData name="Tore Ausland" userId="aba57685-d7d9-45f9-a74d-a4b3d109653f" providerId="ADAL" clId="{61C7E230-516D-4FDD-A5BE-9FBF32BBC99B}" dt="2024-08-14T08:37:49.005" v="437"/>
        <pc:sldMkLst>
          <pc:docMk/>
          <pc:sldMk cId="990919723" sldId="259"/>
        </pc:sldMkLst>
        <pc:spChg chg="mod">
          <ac:chgData name="Tore Ausland" userId="aba57685-d7d9-45f9-a74d-a4b3d109653f" providerId="ADAL" clId="{61C7E230-516D-4FDD-A5BE-9FBF32BBC99B}" dt="2024-08-14T07:39:34.316" v="5" actId="20577"/>
          <ac:spMkLst>
            <pc:docMk/>
            <pc:sldMk cId="990919723" sldId="259"/>
            <ac:spMk id="2" creationId="{6CD864AE-D826-6024-610A-657AFE581156}"/>
          </ac:spMkLst>
        </pc:spChg>
        <pc:spChg chg="mod">
          <ac:chgData name="Tore Ausland" userId="aba57685-d7d9-45f9-a74d-a4b3d109653f" providerId="ADAL" clId="{61C7E230-516D-4FDD-A5BE-9FBF32BBC99B}" dt="2024-08-14T08:36:58.237" v="435" actId="20577"/>
          <ac:spMkLst>
            <pc:docMk/>
            <pc:sldMk cId="990919723" sldId="259"/>
            <ac:spMk id="3" creationId="{BA6CE576-10CE-20F5-CC7D-502EAD1862C6}"/>
          </ac:spMkLst>
        </pc:spChg>
        <pc:spChg chg="add del mod">
          <ac:chgData name="Tore Ausland" userId="aba57685-d7d9-45f9-a74d-a4b3d109653f" providerId="ADAL" clId="{61C7E230-516D-4FDD-A5BE-9FBF32BBC99B}" dt="2024-08-14T07:43:35.826" v="26" actId="478"/>
          <ac:spMkLst>
            <pc:docMk/>
            <pc:sldMk cId="990919723" sldId="259"/>
            <ac:spMk id="5" creationId="{19800896-9242-4D33-B702-77CC75D9CD2C}"/>
          </ac:spMkLst>
        </pc:spChg>
        <pc:spChg chg="mod">
          <ac:chgData name="Tore Ausland" userId="aba57685-d7d9-45f9-a74d-a4b3d109653f" providerId="ADAL" clId="{61C7E230-516D-4FDD-A5BE-9FBF32BBC99B}" dt="2024-08-14T08:37:49.005" v="437"/>
          <ac:spMkLst>
            <pc:docMk/>
            <pc:sldMk cId="990919723" sldId="259"/>
            <ac:spMk id="6" creationId="{089E5420-7310-3BA2-DC1C-4F177A3D8326}"/>
          </ac:spMkLst>
        </pc:spChg>
      </pc:sldChg>
      <pc:sldChg chg="del">
        <pc:chgData name="Tore Ausland" userId="aba57685-d7d9-45f9-a74d-a4b3d109653f" providerId="ADAL" clId="{61C7E230-516D-4FDD-A5BE-9FBF32BBC99B}" dt="2024-08-14T07:43:57.183" v="28" actId="47"/>
        <pc:sldMkLst>
          <pc:docMk/>
          <pc:sldMk cId="1319065692" sldId="263"/>
        </pc:sldMkLst>
      </pc:sldChg>
      <pc:sldChg chg="addSp delSp modSp mod setBg addAnim delAnim">
        <pc:chgData name="Tore Ausland" userId="aba57685-d7d9-45f9-a74d-a4b3d109653f" providerId="ADAL" clId="{61C7E230-516D-4FDD-A5BE-9FBF32BBC99B}" dt="2024-08-14T08:49:35.732" v="695" actId="1076"/>
        <pc:sldMkLst>
          <pc:docMk/>
          <pc:sldMk cId="79375369" sldId="264"/>
        </pc:sldMkLst>
        <pc:spChg chg="mod ord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2" creationId="{F88026DC-550B-A781-AA02-8C9C6360D4CE}"/>
          </ac:spMkLst>
        </pc:spChg>
        <pc:spChg chg="del">
          <ac:chgData name="Tore Ausland" userId="aba57685-d7d9-45f9-a74d-a4b3d109653f" providerId="ADAL" clId="{61C7E230-516D-4FDD-A5BE-9FBF32BBC99B}" dt="2024-08-14T08:05:09.101" v="169" actId="478"/>
          <ac:spMkLst>
            <pc:docMk/>
            <pc:sldMk cId="79375369" sldId="264"/>
            <ac:spMk id="3" creationId="{93523F7B-DC99-782F-D6DC-C49BC5B1C85D}"/>
          </ac:spMkLst>
        </pc:spChg>
        <pc:spChg chg="del">
          <ac:chgData name="Tore Ausland" userId="aba57685-d7d9-45f9-a74d-a4b3d109653f" providerId="ADAL" clId="{61C7E230-516D-4FDD-A5BE-9FBF32BBC99B}" dt="2024-08-14T08:05:27.718" v="172" actId="478"/>
          <ac:spMkLst>
            <pc:docMk/>
            <pc:sldMk cId="79375369" sldId="264"/>
            <ac:spMk id="4" creationId="{FC9523BE-66E2-2D5F-0596-0644791AC923}"/>
          </ac:spMkLst>
        </pc:spChg>
        <pc:spChg chg="add del mod">
          <ac:chgData name="Tore Ausland" userId="aba57685-d7d9-45f9-a74d-a4b3d109653f" providerId="ADAL" clId="{61C7E230-516D-4FDD-A5BE-9FBF32BBC99B}" dt="2024-08-14T08:05:20.829" v="170"/>
          <ac:spMkLst>
            <pc:docMk/>
            <pc:sldMk cId="79375369" sldId="264"/>
            <ac:spMk id="6" creationId="{4A014A8A-CB02-7EC4-35FF-374D1B9465B1}"/>
          </ac:spMkLst>
        </pc:spChg>
        <pc:spChg chg="add del">
          <ac:chgData name="Tore Ausland" userId="aba57685-d7d9-45f9-a74d-a4b3d109653f" providerId="ADAL" clId="{61C7E230-516D-4FDD-A5BE-9FBF32BBC99B}" dt="2024-08-14T08:06:27.453" v="183" actId="26606"/>
          <ac:spMkLst>
            <pc:docMk/>
            <pc:sldMk cId="79375369" sldId="264"/>
            <ac:spMk id="8" creationId="{0A46F010-D160-4609-8979-FFD8C1EA6C43}"/>
          </ac:spMkLst>
        </pc:spChg>
        <pc:spChg chg="add del">
          <ac:chgData name="Tore Ausland" userId="aba57685-d7d9-45f9-a74d-a4b3d109653f" providerId="ADAL" clId="{61C7E230-516D-4FDD-A5BE-9FBF32BBC99B}" dt="2024-08-14T08:06:27.453" v="183" actId="26606"/>
          <ac:spMkLst>
            <pc:docMk/>
            <pc:sldMk cId="79375369" sldId="264"/>
            <ac:spMk id="10" creationId="{81B8C4F6-C3AC-4C94-8EC7-E4F7B7E9CDB6}"/>
          </ac:spMkLst>
        </pc:spChg>
        <pc:spChg chg="add del">
          <ac:chgData name="Tore Ausland" userId="aba57685-d7d9-45f9-a74d-a4b3d109653f" providerId="ADAL" clId="{61C7E230-516D-4FDD-A5BE-9FBF32BBC99B}" dt="2024-08-14T08:06:27.453" v="183" actId="26606"/>
          <ac:spMkLst>
            <pc:docMk/>
            <pc:sldMk cId="79375369" sldId="264"/>
            <ac:spMk id="40" creationId="{91328346-8BAD-4616-B50B-5CFDA5648D6A}"/>
          </ac:spMkLst>
        </pc:spChg>
        <pc:spChg chg="add del">
          <ac:chgData name="Tore Ausland" userId="aba57685-d7d9-45f9-a74d-a4b3d109653f" providerId="ADAL" clId="{61C7E230-516D-4FDD-A5BE-9FBF32BBC99B}" dt="2024-08-14T08:06:19.221" v="174" actId="26606"/>
          <ac:spMkLst>
            <pc:docMk/>
            <pc:sldMk cId="79375369" sldId="264"/>
            <ac:spMk id="44" creationId="{ADAA9B77-44A3-9F8F-41BC-F619950658CE}"/>
          </ac:spMkLst>
        </pc:spChg>
        <pc:spChg chg="add del">
          <ac:chgData name="Tore Ausland" userId="aba57685-d7d9-45f9-a74d-a4b3d109653f" providerId="ADAL" clId="{61C7E230-516D-4FDD-A5BE-9FBF32BBC99B}" dt="2024-08-14T08:06:19.969" v="176" actId="26606"/>
          <ac:spMkLst>
            <pc:docMk/>
            <pc:sldMk cId="79375369" sldId="264"/>
            <ac:spMk id="46" creationId="{47232081-C9DC-07FE-1F42-3E3003406507}"/>
          </ac:spMkLst>
        </pc:spChg>
        <pc:spChg chg="add del">
          <ac:chgData name="Tore Ausland" userId="aba57685-d7d9-45f9-a74d-a4b3d109653f" providerId="ADAL" clId="{61C7E230-516D-4FDD-A5BE-9FBF32BBC99B}" dt="2024-08-14T08:06:19.969" v="176" actId="26606"/>
          <ac:spMkLst>
            <pc:docMk/>
            <pc:sldMk cId="79375369" sldId="264"/>
            <ac:spMk id="47" creationId="{2B258D2B-6AC3-4B3A-A87C-FD7E6517826E}"/>
          </ac:spMkLst>
        </pc:spChg>
        <pc:spChg chg="add del">
          <ac:chgData name="Tore Ausland" userId="aba57685-d7d9-45f9-a74d-a4b3d109653f" providerId="ADAL" clId="{61C7E230-516D-4FDD-A5BE-9FBF32BBC99B}" dt="2024-08-14T08:06:19.969" v="176" actId="26606"/>
          <ac:spMkLst>
            <pc:docMk/>
            <pc:sldMk cId="79375369" sldId="264"/>
            <ac:spMk id="49" creationId="{8D55DD8B-9BF9-4B91-A22D-2D3F2AEFF189}"/>
          </ac:spMkLst>
        </pc:spChg>
        <pc:spChg chg="add del">
          <ac:chgData name="Tore Ausland" userId="aba57685-d7d9-45f9-a74d-a4b3d109653f" providerId="ADAL" clId="{61C7E230-516D-4FDD-A5BE-9FBF32BBC99B}" dt="2024-08-14T08:06:25.440" v="178" actId="26606"/>
          <ac:spMkLst>
            <pc:docMk/>
            <pc:sldMk cId="79375369" sldId="264"/>
            <ac:spMk id="51" creationId="{2A2CC818-8106-45C0-93D5-7051F99F2C81}"/>
          </ac:spMkLst>
        </pc:spChg>
        <pc:spChg chg="add del">
          <ac:chgData name="Tore Ausland" userId="aba57685-d7d9-45f9-a74d-a4b3d109653f" providerId="ADAL" clId="{61C7E230-516D-4FDD-A5BE-9FBF32BBC99B}" dt="2024-08-14T08:06:25.440" v="178" actId="26606"/>
          <ac:spMkLst>
            <pc:docMk/>
            <pc:sldMk cId="79375369" sldId="264"/>
            <ac:spMk id="52" creationId="{E9D11FD5-487C-4A6B-836F-3831DC830FB7}"/>
          </ac:spMkLst>
        </pc:spChg>
        <pc:spChg chg="add del">
          <ac:chgData name="Tore Ausland" userId="aba57685-d7d9-45f9-a74d-a4b3d109653f" providerId="ADAL" clId="{61C7E230-516D-4FDD-A5BE-9FBF32BBC99B}" dt="2024-08-14T08:06:25.440" v="178" actId="26606"/>
          <ac:spMkLst>
            <pc:docMk/>
            <pc:sldMk cId="79375369" sldId="264"/>
            <ac:spMk id="53" creationId="{99765169-F70D-4841-BE65-62E10CBED84D}"/>
          </ac:spMkLst>
        </pc:spChg>
        <pc:spChg chg="add del">
          <ac:chgData name="Tore Ausland" userId="aba57685-d7d9-45f9-a74d-a4b3d109653f" providerId="ADAL" clId="{61C7E230-516D-4FDD-A5BE-9FBF32BBC99B}" dt="2024-08-14T08:06:25.440" v="178" actId="26606"/>
          <ac:spMkLst>
            <pc:docMk/>
            <pc:sldMk cId="79375369" sldId="264"/>
            <ac:spMk id="54" creationId="{F9CB11A6-B22A-6D57-E03A-C12365601367}"/>
          </ac:spMkLst>
        </pc:spChg>
        <pc:spChg chg="add del">
          <ac:chgData name="Tore Ausland" userId="aba57685-d7d9-45f9-a74d-a4b3d109653f" providerId="ADAL" clId="{61C7E230-516D-4FDD-A5BE-9FBF32BBC99B}" dt="2024-08-14T08:06:26.337" v="180" actId="26606"/>
          <ac:spMkLst>
            <pc:docMk/>
            <pc:sldMk cId="79375369" sldId="264"/>
            <ac:spMk id="56" creationId="{2B258D2B-6AC3-4B3A-A87C-FD7E6517826E}"/>
          </ac:spMkLst>
        </pc:spChg>
        <pc:spChg chg="add del">
          <ac:chgData name="Tore Ausland" userId="aba57685-d7d9-45f9-a74d-a4b3d109653f" providerId="ADAL" clId="{61C7E230-516D-4FDD-A5BE-9FBF32BBC99B}" dt="2024-08-14T08:06:26.337" v="180" actId="26606"/>
          <ac:spMkLst>
            <pc:docMk/>
            <pc:sldMk cId="79375369" sldId="264"/>
            <ac:spMk id="57" creationId="{8D55DD8B-9BF9-4B91-A22D-2D3F2AEFF189}"/>
          </ac:spMkLst>
        </pc:spChg>
        <pc:spChg chg="add del">
          <ac:chgData name="Tore Ausland" userId="aba57685-d7d9-45f9-a74d-a4b3d109653f" providerId="ADAL" clId="{61C7E230-516D-4FDD-A5BE-9FBF32BBC99B}" dt="2024-08-14T08:06:26.337" v="180" actId="26606"/>
          <ac:spMkLst>
            <pc:docMk/>
            <pc:sldMk cId="79375369" sldId="264"/>
            <ac:spMk id="58" creationId="{47232081-C9DC-07FE-1F42-3E3003406507}"/>
          </ac:spMkLst>
        </pc:spChg>
        <pc:spChg chg="add del">
          <ac:chgData name="Tore Ausland" userId="aba57685-d7d9-45f9-a74d-a4b3d109653f" providerId="ADAL" clId="{61C7E230-516D-4FDD-A5BE-9FBF32BBC99B}" dt="2024-08-14T08:06:27.444" v="182" actId="26606"/>
          <ac:spMkLst>
            <pc:docMk/>
            <pc:sldMk cId="79375369" sldId="264"/>
            <ac:spMk id="60" creationId="{ADAA9B77-44A3-9F8F-41BC-F619950658CE}"/>
          </ac:spMkLst>
        </pc:spChg>
        <pc:spChg chg="add del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62" creationId="{584FD149-94B6-4257-AB5B-C478E6038F9E}"/>
          </ac:spMkLst>
        </pc:spChg>
        <pc:spChg chg="add del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63" creationId="{4743F4F4-276D-4A4D-930A-0530386F9820}"/>
          </ac:spMkLst>
        </pc:spChg>
        <pc:spChg chg="add del">
          <ac:chgData name="Tore Ausland" userId="aba57685-d7d9-45f9-a74d-a4b3d109653f" providerId="ADAL" clId="{61C7E230-516D-4FDD-A5BE-9FBF32BBC99B}" dt="2024-08-14T08:06:47.630" v="184" actId="478"/>
          <ac:spMkLst>
            <pc:docMk/>
            <pc:sldMk cId="79375369" sldId="264"/>
            <ac:spMk id="64" creationId="{2C4AEC20-8E58-671E-528B-D77CB0A240F1}"/>
          </ac:spMkLst>
        </pc:spChg>
        <pc:spChg chg="add del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65" creationId="{AA1386B8-14BD-4682-B537-BC9027D6EDCB}"/>
          </ac:spMkLst>
        </pc:spChg>
        <pc:spChg chg="add del">
          <ac:chgData name="Tore Ausland" userId="aba57685-d7d9-45f9-a74d-a4b3d109653f" providerId="ADAL" clId="{61C7E230-516D-4FDD-A5BE-9FBF32BBC99B}" dt="2024-08-14T08:06:55.049" v="187" actId="26606"/>
          <ac:spMkLst>
            <pc:docMk/>
            <pc:sldMk cId="79375369" sldId="264"/>
            <ac:spMk id="98" creationId="{4EB21FA6-8B6A-4699-8408-91E69980018A}"/>
          </ac:spMkLst>
        </pc:spChg>
        <pc:spChg chg="add del">
          <ac:chgData name="Tore Ausland" userId="aba57685-d7d9-45f9-a74d-a4b3d109653f" providerId="ADAL" clId="{61C7E230-516D-4FDD-A5BE-9FBF32BBC99B}" dt="2024-08-14T08:06:55.049" v="187" actId="26606"/>
          <ac:spMkLst>
            <pc:docMk/>
            <pc:sldMk cId="79375369" sldId="264"/>
            <ac:spMk id="100" creationId="{BA1AABB7-0FD0-4445-8B8B-7A0C680C5CE8}"/>
          </ac:spMkLst>
        </pc:spChg>
        <pc:spChg chg="add del">
          <ac:chgData name="Tore Ausland" userId="aba57685-d7d9-45f9-a74d-a4b3d109653f" providerId="ADAL" clId="{61C7E230-516D-4FDD-A5BE-9FBF32BBC99B}" dt="2024-08-14T08:06:55.049" v="187" actId="26606"/>
          <ac:spMkLst>
            <pc:docMk/>
            <pc:sldMk cId="79375369" sldId="264"/>
            <ac:spMk id="102" creationId="{C1D1F24C-BA9D-41EE-B46F-6C4F5B35D367}"/>
          </ac:spMkLst>
        </pc:spChg>
        <pc:spChg chg="add del">
          <ac:chgData name="Tore Ausland" userId="aba57685-d7d9-45f9-a74d-a4b3d109653f" providerId="ADAL" clId="{61C7E230-516D-4FDD-A5BE-9FBF32BBC99B}" dt="2024-08-14T08:06:55.049" v="187" actId="26606"/>
          <ac:spMkLst>
            <pc:docMk/>
            <pc:sldMk cId="79375369" sldId="264"/>
            <ac:spMk id="132" creationId="{9DEDD006-D91C-4989-B39C-EEEA43F868FF}"/>
          </ac:spMkLst>
        </pc:spChg>
        <pc:spChg chg="add del">
          <ac:chgData name="Tore Ausland" userId="aba57685-d7d9-45f9-a74d-a4b3d109653f" providerId="ADAL" clId="{61C7E230-516D-4FDD-A5BE-9FBF32BBC99B}" dt="2024-08-14T08:06:55.049" v="187" actId="26606"/>
          <ac:spMkLst>
            <pc:docMk/>
            <pc:sldMk cId="79375369" sldId="264"/>
            <ac:spMk id="134" creationId="{35EF7FFE-55CC-444E-A630-F40A5C9C5C8B}"/>
          </ac:spMkLst>
        </pc:spChg>
        <pc:spChg chg="add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162" creationId="{1996130F-9AB5-4DE9-8574-3AF891C5C172}"/>
          </ac:spMkLst>
        </pc:spChg>
        <pc:spChg chg="add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163" creationId="{3623DEAC-F39C-45D6-86DC-1033F6429528}"/>
          </ac:spMkLst>
        </pc:spChg>
        <pc:spChg chg="add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164" creationId="{CADF4631-3C8F-45EE-8D19-4D3E8426B34A}"/>
          </ac:spMkLst>
        </pc:spChg>
        <pc:spChg chg="add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191" creationId="{46FA917F-43A3-4FA3-A085-59D0DC397EFA}"/>
          </ac:spMkLst>
        </pc:spChg>
        <pc:spChg chg="add">
          <ac:chgData name="Tore Ausland" userId="aba57685-d7d9-45f9-a74d-a4b3d109653f" providerId="ADAL" clId="{61C7E230-516D-4FDD-A5BE-9FBF32BBC99B}" dt="2024-08-14T08:06:55.062" v="188" actId="26606"/>
          <ac:spMkLst>
            <pc:docMk/>
            <pc:sldMk cId="79375369" sldId="264"/>
            <ac:spMk id="192" creationId="{9CBF007B-8C8C-4F79-B037-9F4C61F9F954}"/>
          </ac:spMkLst>
        </pc:spChg>
        <pc:grpChg chg="add del">
          <ac:chgData name="Tore Ausland" userId="aba57685-d7d9-45f9-a74d-a4b3d109653f" providerId="ADAL" clId="{61C7E230-516D-4FDD-A5BE-9FBF32BBC99B}" dt="2024-08-14T08:06:27.453" v="183" actId="26606"/>
          <ac:grpSpMkLst>
            <pc:docMk/>
            <pc:sldMk cId="79375369" sldId="264"/>
            <ac:grpSpMk id="12" creationId="{0B789310-9859-4942-98C8-3D2F12AAAE73}"/>
          </ac:grpSpMkLst>
        </pc:grpChg>
        <pc:grpChg chg="add del">
          <ac:chgData name="Tore Ausland" userId="aba57685-d7d9-45f9-a74d-a4b3d109653f" providerId="ADAL" clId="{61C7E230-516D-4FDD-A5BE-9FBF32BBC99B}" dt="2024-08-14T08:06:27.453" v="183" actId="26606"/>
          <ac:grpSpMkLst>
            <pc:docMk/>
            <pc:sldMk cId="79375369" sldId="264"/>
            <ac:grpSpMk id="26" creationId="{6F1CEC7A-E419-4950-AA57-B00546C29CAF}"/>
          </ac:grpSpMkLst>
        </pc:grpChg>
        <pc:grpChg chg="add del">
          <ac:chgData name="Tore Ausland" userId="aba57685-d7d9-45f9-a74d-a4b3d109653f" providerId="ADAL" clId="{61C7E230-516D-4FDD-A5BE-9FBF32BBC99B}" dt="2024-08-14T08:06:55.049" v="187" actId="26606"/>
          <ac:grpSpMkLst>
            <pc:docMk/>
            <pc:sldMk cId="79375369" sldId="264"/>
            <ac:grpSpMk id="70" creationId="{F27737A0-D7E0-4415-8E90-FD4F69E76C19}"/>
          </ac:grpSpMkLst>
        </pc:grpChg>
        <pc:grpChg chg="add del">
          <ac:chgData name="Tore Ausland" userId="aba57685-d7d9-45f9-a74d-a4b3d109653f" providerId="ADAL" clId="{61C7E230-516D-4FDD-A5BE-9FBF32BBC99B}" dt="2024-08-14T08:06:55.049" v="187" actId="26606"/>
          <ac:grpSpMkLst>
            <pc:docMk/>
            <pc:sldMk cId="79375369" sldId="264"/>
            <ac:grpSpMk id="84" creationId="{57D8AB18-1DD7-4D60-B9FA-190B47BB267A}"/>
          </ac:grpSpMkLst>
        </pc:grpChg>
        <pc:grpChg chg="add del">
          <ac:chgData name="Tore Ausland" userId="aba57685-d7d9-45f9-a74d-a4b3d109653f" providerId="ADAL" clId="{61C7E230-516D-4FDD-A5BE-9FBF32BBC99B}" dt="2024-08-14T08:06:55.049" v="187" actId="26606"/>
          <ac:grpSpMkLst>
            <pc:docMk/>
            <pc:sldMk cId="79375369" sldId="264"/>
            <ac:grpSpMk id="104" creationId="{C13B8118-80AF-4C0C-BC64-74291987FF28}"/>
          </ac:grpSpMkLst>
        </pc:grpChg>
        <pc:grpChg chg="add del">
          <ac:chgData name="Tore Ausland" userId="aba57685-d7d9-45f9-a74d-a4b3d109653f" providerId="ADAL" clId="{61C7E230-516D-4FDD-A5BE-9FBF32BBC99B}" dt="2024-08-14T08:06:55.049" v="187" actId="26606"/>
          <ac:grpSpMkLst>
            <pc:docMk/>
            <pc:sldMk cId="79375369" sldId="264"/>
            <ac:grpSpMk id="118" creationId="{502F7C86-D374-4969-AB87-CA4108CE95BE}"/>
          </ac:grpSpMkLst>
        </pc:grpChg>
        <pc:grpChg chg="add">
          <ac:chgData name="Tore Ausland" userId="aba57685-d7d9-45f9-a74d-a4b3d109653f" providerId="ADAL" clId="{61C7E230-516D-4FDD-A5BE-9FBF32BBC99B}" dt="2024-08-14T08:06:55.062" v="188" actId="26606"/>
          <ac:grpSpMkLst>
            <pc:docMk/>
            <pc:sldMk cId="79375369" sldId="264"/>
            <ac:grpSpMk id="136" creationId="{166BF9EE-F7AC-4FA5-AC7E-001B3A642F75}"/>
          </ac:grpSpMkLst>
        </pc:grpChg>
        <pc:grpChg chg="add">
          <ac:chgData name="Tore Ausland" userId="aba57685-d7d9-45f9-a74d-a4b3d109653f" providerId="ADAL" clId="{61C7E230-516D-4FDD-A5BE-9FBF32BBC99B}" dt="2024-08-14T08:06:55.062" v="188" actId="26606"/>
          <ac:grpSpMkLst>
            <pc:docMk/>
            <pc:sldMk cId="79375369" sldId="264"/>
            <ac:grpSpMk id="149" creationId="{E312DBA5-56D8-42B2-BA94-28168C2A6703}"/>
          </ac:grpSpMkLst>
        </pc:grpChg>
        <pc:grpChg chg="add">
          <ac:chgData name="Tore Ausland" userId="aba57685-d7d9-45f9-a74d-a4b3d109653f" providerId="ADAL" clId="{61C7E230-516D-4FDD-A5BE-9FBF32BBC99B}" dt="2024-08-14T08:06:55.062" v="188" actId="26606"/>
          <ac:grpSpMkLst>
            <pc:docMk/>
            <pc:sldMk cId="79375369" sldId="264"/>
            <ac:grpSpMk id="165" creationId="{F291099C-17EE-4E0E-B096-C79975050035}"/>
          </ac:grpSpMkLst>
        </pc:grpChg>
        <pc:grpChg chg="add">
          <ac:chgData name="Tore Ausland" userId="aba57685-d7d9-45f9-a74d-a4b3d109653f" providerId="ADAL" clId="{61C7E230-516D-4FDD-A5BE-9FBF32BBC99B}" dt="2024-08-14T08:06:55.062" v="188" actId="26606"/>
          <ac:grpSpMkLst>
            <pc:docMk/>
            <pc:sldMk cId="79375369" sldId="264"/>
            <ac:grpSpMk id="178" creationId="{6A54B62D-FC5C-4E1A-8D8B-279576FE5379}"/>
          </ac:grpSpMkLst>
        </pc:grpChg>
        <pc:picChg chg="add del mod">
          <ac:chgData name="Tore Ausland" userId="aba57685-d7d9-45f9-a74d-a4b3d109653f" providerId="ADAL" clId="{61C7E230-516D-4FDD-A5BE-9FBF32BBC99B}" dt="2024-08-14T08:47:50.796" v="689" actId="478"/>
          <ac:picMkLst>
            <pc:docMk/>
            <pc:sldMk cId="79375369" sldId="264"/>
            <ac:picMk id="7" creationId="{CA6A7835-B953-4D4B-41CD-E86FD71E0018}"/>
          </ac:picMkLst>
        </pc:picChg>
        <pc:picChg chg="add del mod">
          <ac:chgData name="Tore Ausland" userId="aba57685-d7d9-45f9-a74d-a4b3d109653f" providerId="ADAL" clId="{61C7E230-516D-4FDD-A5BE-9FBF32BBC99B}" dt="2024-08-14T08:48:32.611" v="692" actId="478"/>
          <ac:picMkLst>
            <pc:docMk/>
            <pc:sldMk cId="79375369" sldId="264"/>
            <ac:picMk id="9" creationId="{F1AC500E-BE50-49B1-4038-85BB96A23124}"/>
          </ac:picMkLst>
        </pc:picChg>
        <pc:picChg chg="add mod">
          <ac:chgData name="Tore Ausland" userId="aba57685-d7d9-45f9-a74d-a4b3d109653f" providerId="ADAL" clId="{61C7E230-516D-4FDD-A5BE-9FBF32BBC99B}" dt="2024-08-14T08:49:35.732" v="695" actId="1076"/>
          <ac:picMkLst>
            <pc:docMk/>
            <pc:sldMk cId="79375369" sldId="264"/>
            <ac:picMk id="11" creationId="{3D8BBD12-8BC0-6D15-BBE6-B33BEEE899A0}"/>
          </ac:picMkLst>
        </pc:picChg>
      </pc:sldChg>
      <pc:sldChg chg="del">
        <pc:chgData name="Tore Ausland" userId="aba57685-d7d9-45f9-a74d-a4b3d109653f" providerId="ADAL" clId="{61C7E230-516D-4FDD-A5BE-9FBF32BBC99B}" dt="2024-08-14T07:44:21.745" v="35" actId="47"/>
        <pc:sldMkLst>
          <pc:docMk/>
          <pc:sldMk cId="2699261131" sldId="265"/>
        </pc:sldMkLst>
      </pc:sldChg>
      <pc:sldChg chg="del">
        <pc:chgData name="Tore Ausland" userId="aba57685-d7d9-45f9-a74d-a4b3d109653f" providerId="ADAL" clId="{61C7E230-516D-4FDD-A5BE-9FBF32BBC99B}" dt="2024-08-14T07:44:23.911" v="36" actId="47"/>
        <pc:sldMkLst>
          <pc:docMk/>
          <pc:sldMk cId="1808753200" sldId="266"/>
        </pc:sldMkLst>
      </pc:sldChg>
      <pc:sldChg chg="addSp delSp modSp mod setBg">
        <pc:chgData name="Tore Ausland" userId="aba57685-d7d9-45f9-a74d-a4b3d109653f" providerId="ADAL" clId="{61C7E230-516D-4FDD-A5BE-9FBF32BBC99B}" dt="2024-08-14T08:46:54.775" v="688" actId="20577"/>
        <pc:sldMkLst>
          <pc:docMk/>
          <pc:sldMk cId="1366365572" sldId="270"/>
        </pc:sldMkLst>
        <pc:spChg chg="mod ord">
          <ac:chgData name="Tore Ausland" userId="aba57685-d7d9-45f9-a74d-a4b3d109653f" providerId="ADAL" clId="{61C7E230-516D-4FDD-A5BE-9FBF32BBC99B}" dt="2024-08-14T08:16:32.128" v="378" actId="26606"/>
          <ac:spMkLst>
            <pc:docMk/>
            <pc:sldMk cId="1366365572" sldId="270"/>
            <ac:spMk id="2" creationId="{F88026DC-550B-A781-AA02-8C9C6360D4CE}"/>
          </ac:spMkLst>
        </pc:spChg>
        <pc:spChg chg="add del mod">
          <ac:chgData name="Tore Ausland" userId="aba57685-d7d9-45f9-a74d-a4b3d109653f" providerId="ADAL" clId="{61C7E230-516D-4FDD-A5BE-9FBF32BBC99B}" dt="2024-08-14T08:16:32.128" v="378" actId="26606"/>
          <ac:spMkLst>
            <pc:docMk/>
            <pc:sldMk cId="1366365572" sldId="270"/>
            <ac:spMk id="3" creationId="{93523F7B-DC99-782F-D6DC-C49BC5B1C85D}"/>
          </ac:spMkLst>
        </pc:spChg>
        <pc:spChg chg="add del">
          <ac:chgData name="Tore Ausland" userId="aba57685-d7d9-45f9-a74d-a4b3d109653f" providerId="ADAL" clId="{61C7E230-516D-4FDD-A5BE-9FBF32BBC99B}" dt="2024-08-14T08:15:25.102" v="361" actId="26606"/>
          <ac:spMkLst>
            <pc:docMk/>
            <pc:sldMk cId="1366365572" sldId="270"/>
            <ac:spMk id="22" creationId="{AA22AB8F-8672-4CA8-8E57-FDB5A32F1A34}"/>
          </ac:spMkLst>
        </pc:spChg>
        <pc:spChg chg="add del">
          <ac:chgData name="Tore Ausland" userId="aba57685-d7d9-45f9-a74d-a4b3d109653f" providerId="ADAL" clId="{61C7E230-516D-4FDD-A5BE-9FBF32BBC99B}" dt="2024-08-14T08:15:25.102" v="361" actId="26606"/>
          <ac:spMkLst>
            <pc:docMk/>
            <pc:sldMk cId="1366365572" sldId="270"/>
            <ac:spMk id="24" creationId="{8D55DD8B-9BF9-4B91-A22D-2D3F2AEFF189}"/>
          </ac:spMkLst>
        </pc:spChg>
        <pc:spChg chg="add del">
          <ac:chgData name="Tore Ausland" userId="aba57685-d7d9-45f9-a74d-a4b3d109653f" providerId="ADAL" clId="{61C7E230-516D-4FDD-A5BE-9FBF32BBC99B}" dt="2024-08-14T08:15:25.102" v="361" actId="26606"/>
          <ac:spMkLst>
            <pc:docMk/>
            <pc:sldMk cId="1366365572" sldId="270"/>
            <ac:spMk id="39" creationId="{2B258D2B-6AC3-4B3A-A87C-FD7E6517826E}"/>
          </ac:spMkLst>
        </pc:spChg>
        <pc:spChg chg="add del">
          <ac:chgData name="Tore Ausland" userId="aba57685-d7d9-45f9-a74d-a4b3d109653f" providerId="ADAL" clId="{61C7E230-516D-4FDD-A5BE-9FBF32BBC99B}" dt="2024-08-14T08:15:20.399" v="358" actId="26606"/>
          <ac:spMkLst>
            <pc:docMk/>
            <pc:sldMk cId="1366365572" sldId="270"/>
            <ac:spMk id="42" creationId="{93262980-E907-4930-9E6E-3DC2025CE757}"/>
          </ac:spMkLst>
        </pc:spChg>
        <pc:spChg chg="add del">
          <ac:chgData name="Tore Ausland" userId="aba57685-d7d9-45f9-a74d-a4b3d109653f" providerId="ADAL" clId="{61C7E230-516D-4FDD-A5BE-9FBF32BBC99B}" dt="2024-08-14T08:15:20.399" v="358" actId="26606"/>
          <ac:spMkLst>
            <pc:docMk/>
            <pc:sldMk cId="1366365572" sldId="270"/>
            <ac:spMk id="43" creationId="{AFD53EBD-B361-45AD-8ABF-9270B20B4AFE}"/>
          </ac:spMkLst>
        </pc:spChg>
        <pc:spChg chg="add del">
          <ac:chgData name="Tore Ausland" userId="aba57685-d7d9-45f9-a74d-a4b3d109653f" providerId="ADAL" clId="{61C7E230-516D-4FDD-A5BE-9FBF32BBC99B}" dt="2024-08-14T08:16:32.128" v="378" actId="26606"/>
          <ac:spMkLst>
            <pc:docMk/>
            <pc:sldMk cId="1366365572" sldId="270"/>
            <ac:spMk id="44" creationId="{B5D27D0B-B236-43E0-84ED-24198D786710}"/>
          </ac:spMkLst>
        </pc:spChg>
        <pc:spChg chg="add del">
          <ac:chgData name="Tore Ausland" userId="aba57685-d7d9-45f9-a74d-a4b3d109653f" providerId="ADAL" clId="{61C7E230-516D-4FDD-A5BE-9FBF32BBC99B}" dt="2024-08-14T08:14:42.943" v="354" actId="26606"/>
          <ac:spMkLst>
            <pc:docMk/>
            <pc:sldMk cId="1366365572" sldId="270"/>
            <ac:spMk id="45" creationId="{2B258D2B-6AC3-4B3A-A87C-FD7E6517826E}"/>
          </ac:spMkLst>
        </pc:spChg>
        <pc:spChg chg="add del">
          <ac:chgData name="Tore Ausland" userId="aba57685-d7d9-45f9-a74d-a4b3d109653f" providerId="ADAL" clId="{61C7E230-516D-4FDD-A5BE-9FBF32BBC99B}" dt="2024-08-14T08:16:32.128" v="378" actId="26606"/>
          <ac:spMkLst>
            <pc:docMk/>
            <pc:sldMk cId="1366365572" sldId="270"/>
            <ac:spMk id="46" creationId="{AC47E887-C87E-4D8A-9840-6D071881972F}"/>
          </ac:spMkLst>
        </pc:spChg>
        <pc:spChg chg="add del">
          <ac:chgData name="Tore Ausland" userId="aba57685-d7d9-45f9-a74d-a4b3d109653f" providerId="ADAL" clId="{61C7E230-516D-4FDD-A5BE-9FBF32BBC99B}" dt="2024-08-14T08:14:42.943" v="354" actId="26606"/>
          <ac:spMkLst>
            <pc:docMk/>
            <pc:sldMk cId="1366365572" sldId="270"/>
            <ac:spMk id="47" creationId="{8D55DD8B-9BF9-4B91-A22D-2D3F2AEFF189}"/>
          </ac:spMkLst>
        </pc:spChg>
        <pc:spChg chg="add del">
          <ac:chgData name="Tore Ausland" userId="aba57685-d7d9-45f9-a74d-a4b3d109653f" providerId="ADAL" clId="{61C7E230-516D-4FDD-A5BE-9FBF32BBC99B}" dt="2024-08-14T08:16:32.128" v="378" actId="26606"/>
          <ac:spMkLst>
            <pc:docMk/>
            <pc:sldMk cId="1366365572" sldId="270"/>
            <ac:spMk id="48" creationId="{CC5AFBB9-F80F-4FCC-A53E-F9CD83EFE073}"/>
          </ac:spMkLst>
        </pc:spChg>
        <pc:spChg chg="add del">
          <ac:chgData name="Tore Ausland" userId="aba57685-d7d9-45f9-a74d-a4b3d109653f" providerId="ADAL" clId="{61C7E230-516D-4FDD-A5BE-9FBF32BBC99B}" dt="2024-08-14T08:15:20.399" v="358" actId="26606"/>
          <ac:spMkLst>
            <pc:docMk/>
            <pc:sldMk cId="1366365572" sldId="270"/>
            <ac:spMk id="49" creationId="{DA1A4CE7-6399-4B37-ACE2-CFC4B4077B51}"/>
          </ac:spMkLst>
        </pc:spChg>
        <pc:spChg chg="add del">
          <ac:chgData name="Tore Ausland" userId="aba57685-d7d9-45f9-a74d-a4b3d109653f" providerId="ADAL" clId="{61C7E230-516D-4FDD-A5BE-9FBF32BBC99B}" dt="2024-08-14T08:16:07.785" v="369" actId="26606"/>
          <ac:spMkLst>
            <pc:docMk/>
            <pc:sldMk cId="1366365572" sldId="270"/>
            <ac:spMk id="52" creationId="{93523F7B-DC99-782F-D6DC-C49BC5B1C85D}"/>
          </ac:spMkLst>
        </pc:spChg>
        <pc:spChg chg="add del">
          <ac:chgData name="Tore Ausland" userId="aba57685-d7d9-45f9-a74d-a4b3d109653f" providerId="ADAL" clId="{61C7E230-516D-4FDD-A5BE-9FBF32BBC99B}" dt="2024-08-14T08:16:07.785" v="369" actId="26606"/>
          <ac:spMkLst>
            <pc:docMk/>
            <pc:sldMk cId="1366365572" sldId="270"/>
            <ac:spMk id="53" creationId="{584FD149-94B6-4257-AB5B-C478E6038F9E}"/>
          </ac:spMkLst>
        </pc:spChg>
        <pc:spChg chg="add del">
          <ac:chgData name="Tore Ausland" userId="aba57685-d7d9-45f9-a74d-a4b3d109653f" providerId="ADAL" clId="{61C7E230-516D-4FDD-A5BE-9FBF32BBC99B}" dt="2024-08-14T08:16:07.785" v="369" actId="26606"/>
          <ac:spMkLst>
            <pc:docMk/>
            <pc:sldMk cId="1366365572" sldId="270"/>
            <ac:spMk id="55" creationId="{4743F4F4-276D-4A4D-930A-0530386F9820}"/>
          </ac:spMkLst>
        </pc:spChg>
        <pc:spChg chg="add del">
          <ac:chgData name="Tore Ausland" userId="aba57685-d7d9-45f9-a74d-a4b3d109653f" providerId="ADAL" clId="{61C7E230-516D-4FDD-A5BE-9FBF32BBC99B}" dt="2024-08-14T08:16:07.785" v="369" actId="26606"/>
          <ac:spMkLst>
            <pc:docMk/>
            <pc:sldMk cId="1366365572" sldId="270"/>
            <ac:spMk id="57" creationId="{AA1386B8-14BD-4682-B537-BC9027D6EDCB}"/>
          </ac:spMkLst>
        </pc:spChg>
        <pc:spChg chg="add del">
          <ac:chgData name="Tore Ausland" userId="aba57685-d7d9-45f9-a74d-a4b3d109653f" providerId="ADAL" clId="{61C7E230-516D-4FDD-A5BE-9FBF32BBC99B}" dt="2024-08-14T08:16:22.549" v="371" actId="26606"/>
          <ac:spMkLst>
            <pc:docMk/>
            <pc:sldMk cId="1366365572" sldId="270"/>
            <ac:spMk id="59" creationId="{2B258D2B-6AC3-4B3A-A87C-FD7E6517826E}"/>
          </ac:spMkLst>
        </pc:spChg>
        <pc:spChg chg="add del">
          <ac:chgData name="Tore Ausland" userId="aba57685-d7d9-45f9-a74d-a4b3d109653f" providerId="ADAL" clId="{61C7E230-516D-4FDD-A5BE-9FBF32BBC99B}" dt="2024-08-14T08:16:22.549" v="371" actId="26606"/>
          <ac:spMkLst>
            <pc:docMk/>
            <pc:sldMk cId="1366365572" sldId="270"/>
            <ac:spMk id="60" creationId="{8D55DD8B-9BF9-4B91-A22D-2D3F2AEFF189}"/>
          </ac:spMkLst>
        </pc:spChg>
        <pc:spChg chg="add del">
          <ac:chgData name="Tore Ausland" userId="aba57685-d7d9-45f9-a74d-a4b3d109653f" providerId="ADAL" clId="{61C7E230-516D-4FDD-A5BE-9FBF32BBC99B}" dt="2024-08-14T08:16:22.549" v="371" actId="26606"/>
          <ac:spMkLst>
            <pc:docMk/>
            <pc:sldMk cId="1366365572" sldId="270"/>
            <ac:spMk id="61" creationId="{93523F7B-DC99-782F-D6DC-C49BC5B1C85D}"/>
          </ac:spMkLst>
        </pc:spChg>
        <pc:spChg chg="add del">
          <ac:chgData name="Tore Ausland" userId="aba57685-d7d9-45f9-a74d-a4b3d109653f" providerId="ADAL" clId="{61C7E230-516D-4FDD-A5BE-9FBF32BBC99B}" dt="2024-08-14T08:16:28.142" v="373" actId="26606"/>
          <ac:spMkLst>
            <pc:docMk/>
            <pc:sldMk cId="1366365572" sldId="270"/>
            <ac:spMk id="68" creationId="{5F305C72-8769-4E0F-B31D-F4B1C9DC933F}"/>
          </ac:spMkLst>
        </pc:spChg>
        <pc:spChg chg="add del">
          <ac:chgData name="Tore Ausland" userId="aba57685-d7d9-45f9-a74d-a4b3d109653f" providerId="ADAL" clId="{61C7E230-516D-4FDD-A5BE-9FBF32BBC99B}" dt="2024-08-14T08:16:28.142" v="373" actId="26606"/>
          <ac:spMkLst>
            <pc:docMk/>
            <pc:sldMk cId="1366365572" sldId="270"/>
            <ac:spMk id="83" creationId="{C5E0C91A-3F1D-43D7-9AB4-5D0A17D5C46F}"/>
          </ac:spMkLst>
        </pc:spChg>
        <pc:spChg chg="add del">
          <ac:chgData name="Tore Ausland" userId="aba57685-d7d9-45f9-a74d-a4b3d109653f" providerId="ADAL" clId="{61C7E230-516D-4FDD-A5BE-9FBF32BBC99B}" dt="2024-08-14T08:16:28.142" v="373" actId="26606"/>
          <ac:spMkLst>
            <pc:docMk/>
            <pc:sldMk cId="1366365572" sldId="270"/>
            <ac:spMk id="85" creationId="{3A6C27A1-A438-4EC6-93BF-EC26F29BBF0E}"/>
          </ac:spMkLst>
        </pc:spChg>
        <pc:spChg chg="add del">
          <ac:chgData name="Tore Ausland" userId="aba57685-d7d9-45f9-a74d-a4b3d109653f" providerId="ADAL" clId="{61C7E230-516D-4FDD-A5BE-9FBF32BBC99B}" dt="2024-08-14T08:16:28.142" v="373" actId="26606"/>
          <ac:spMkLst>
            <pc:docMk/>
            <pc:sldMk cId="1366365572" sldId="270"/>
            <ac:spMk id="89" creationId="{93523F7B-DC99-782F-D6DC-C49BC5B1C85D}"/>
          </ac:spMkLst>
        </pc:spChg>
        <pc:spChg chg="add del">
          <ac:chgData name="Tore Ausland" userId="aba57685-d7d9-45f9-a74d-a4b3d109653f" providerId="ADAL" clId="{61C7E230-516D-4FDD-A5BE-9FBF32BBC99B}" dt="2024-08-14T08:16:28.649" v="375" actId="26606"/>
          <ac:spMkLst>
            <pc:docMk/>
            <pc:sldMk cId="1366365572" sldId="270"/>
            <ac:spMk id="91" creationId="{2B258D2B-6AC3-4B3A-A87C-FD7E6517826E}"/>
          </ac:spMkLst>
        </pc:spChg>
        <pc:spChg chg="add del">
          <ac:chgData name="Tore Ausland" userId="aba57685-d7d9-45f9-a74d-a4b3d109653f" providerId="ADAL" clId="{61C7E230-516D-4FDD-A5BE-9FBF32BBC99B}" dt="2024-08-14T08:16:28.649" v="375" actId="26606"/>
          <ac:spMkLst>
            <pc:docMk/>
            <pc:sldMk cId="1366365572" sldId="270"/>
            <ac:spMk id="92" creationId="{8D55DD8B-9BF9-4B91-A22D-2D3F2AEFF189}"/>
          </ac:spMkLst>
        </pc:spChg>
        <pc:spChg chg="add del">
          <ac:chgData name="Tore Ausland" userId="aba57685-d7d9-45f9-a74d-a4b3d109653f" providerId="ADAL" clId="{61C7E230-516D-4FDD-A5BE-9FBF32BBC99B}" dt="2024-08-14T08:16:28.649" v="375" actId="26606"/>
          <ac:spMkLst>
            <pc:docMk/>
            <pc:sldMk cId="1366365572" sldId="270"/>
            <ac:spMk id="93" creationId="{93523F7B-DC99-782F-D6DC-C49BC5B1C85D}"/>
          </ac:spMkLst>
        </pc:spChg>
        <pc:spChg chg="add del">
          <ac:chgData name="Tore Ausland" userId="aba57685-d7d9-45f9-a74d-a4b3d109653f" providerId="ADAL" clId="{61C7E230-516D-4FDD-A5BE-9FBF32BBC99B}" dt="2024-08-14T08:16:32.123" v="377" actId="26606"/>
          <ac:spMkLst>
            <pc:docMk/>
            <pc:sldMk cId="1366365572" sldId="270"/>
            <ac:spMk id="95" creationId="{B5D27D0B-B236-43E0-84ED-24198D786710}"/>
          </ac:spMkLst>
        </pc:spChg>
        <pc:spChg chg="add del">
          <ac:chgData name="Tore Ausland" userId="aba57685-d7d9-45f9-a74d-a4b3d109653f" providerId="ADAL" clId="{61C7E230-516D-4FDD-A5BE-9FBF32BBC99B}" dt="2024-08-14T08:16:32.123" v="377" actId="26606"/>
          <ac:spMkLst>
            <pc:docMk/>
            <pc:sldMk cId="1366365572" sldId="270"/>
            <ac:spMk id="96" creationId="{AC47E887-C87E-4D8A-9840-6D071881972F}"/>
          </ac:spMkLst>
        </pc:spChg>
        <pc:spChg chg="add del">
          <ac:chgData name="Tore Ausland" userId="aba57685-d7d9-45f9-a74d-a4b3d109653f" providerId="ADAL" clId="{61C7E230-516D-4FDD-A5BE-9FBF32BBC99B}" dt="2024-08-14T08:16:32.123" v="377" actId="26606"/>
          <ac:spMkLst>
            <pc:docMk/>
            <pc:sldMk cId="1366365572" sldId="270"/>
            <ac:spMk id="97" creationId="{93523F7B-DC99-782F-D6DC-C49BC5B1C85D}"/>
          </ac:spMkLst>
        </pc:spChg>
        <pc:spChg chg="add del">
          <ac:chgData name="Tore Ausland" userId="aba57685-d7d9-45f9-a74d-a4b3d109653f" providerId="ADAL" clId="{61C7E230-516D-4FDD-A5BE-9FBF32BBC99B}" dt="2024-08-14T08:16:32.123" v="377" actId="26606"/>
          <ac:spMkLst>
            <pc:docMk/>
            <pc:sldMk cId="1366365572" sldId="270"/>
            <ac:spMk id="98" creationId="{CC5AFBB9-F80F-4FCC-A53E-F9CD83EFE073}"/>
          </ac:spMkLst>
        </pc:spChg>
        <pc:spChg chg="add">
          <ac:chgData name="Tore Ausland" userId="aba57685-d7d9-45f9-a74d-a4b3d109653f" providerId="ADAL" clId="{61C7E230-516D-4FDD-A5BE-9FBF32BBC99B}" dt="2024-08-14T08:16:32.128" v="378" actId="26606"/>
          <ac:spMkLst>
            <pc:docMk/>
            <pc:sldMk cId="1366365572" sldId="270"/>
            <ac:spMk id="100" creationId="{2B258D2B-6AC3-4B3A-A87C-FD7E6517826E}"/>
          </ac:spMkLst>
        </pc:spChg>
        <pc:spChg chg="add">
          <ac:chgData name="Tore Ausland" userId="aba57685-d7d9-45f9-a74d-a4b3d109653f" providerId="ADAL" clId="{61C7E230-516D-4FDD-A5BE-9FBF32BBC99B}" dt="2024-08-14T08:16:32.128" v="378" actId="26606"/>
          <ac:spMkLst>
            <pc:docMk/>
            <pc:sldMk cId="1366365572" sldId="270"/>
            <ac:spMk id="101" creationId="{8D55DD8B-9BF9-4B91-A22D-2D3F2AEFF189}"/>
          </ac:spMkLst>
        </pc:spChg>
        <pc:spChg chg="add mod">
          <ac:chgData name="Tore Ausland" userId="aba57685-d7d9-45f9-a74d-a4b3d109653f" providerId="ADAL" clId="{61C7E230-516D-4FDD-A5BE-9FBF32BBC99B}" dt="2024-08-14T08:46:54.775" v="688" actId="20577"/>
          <ac:spMkLst>
            <pc:docMk/>
            <pc:sldMk cId="1366365572" sldId="270"/>
            <ac:spMk id="102" creationId="{93523F7B-DC99-782F-D6DC-C49BC5B1C85D}"/>
          </ac:spMkLst>
        </pc:spChg>
        <pc:grpChg chg="add del">
          <ac:chgData name="Tore Ausland" userId="aba57685-d7d9-45f9-a74d-a4b3d109653f" providerId="ADAL" clId="{61C7E230-516D-4FDD-A5BE-9FBF32BBC99B}" dt="2024-08-14T08:16:28.142" v="373" actId="26606"/>
          <ac:grpSpMkLst>
            <pc:docMk/>
            <pc:sldMk cId="1366365572" sldId="270"/>
            <ac:grpSpMk id="69" creationId="{506F0A57-55BB-457C-9C8C-3DEE71009ADC}"/>
          </ac:grpSpMkLst>
        </pc:grpChg>
        <pc:grpChg chg="add del">
          <ac:chgData name="Tore Ausland" userId="aba57685-d7d9-45f9-a74d-a4b3d109653f" providerId="ADAL" clId="{61C7E230-516D-4FDD-A5BE-9FBF32BBC99B}" dt="2024-08-14T08:16:28.142" v="373" actId="26606"/>
          <ac:grpSpMkLst>
            <pc:docMk/>
            <pc:sldMk cId="1366365572" sldId="270"/>
            <ac:grpSpMk id="82" creationId="{72583CFC-05A3-4743-9A2E-7C2095B8D4CD}"/>
          </ac:grpSpMkLst>
        </pc:grpChg>
        <pc:graphicFrameChg chg="add del">
          <ac:chgData name="Tore Ausland" userId="aba57685-d7d9-45f9-a74d-a4b3d109653f" providerId="ADAL" clId="{61C7E230-516D-4FDD-A5BE-9FBF32BBC99B}" dt="2024-08-14T08:16:00.975" v="367" actId="26606"/>
          <ac:graphicFrameMkLst>
            <pc:docMk/>
            <pc:sldMk cId="1366365572" sldId="270"/>
            <ac:graphicFrameMk id="50" creationId="{D9466CC3-3145-7549-887F-F74D81D73E55}"/>
          </ac:graphicFrameMkLst>
        </pc:graphicFrameChg>
        <pc:picChg chg="mod ord">
          <ac:chgData name="Tore Ausland" userId="aba57685-d7d9-45f9-a74d-a4b3d109653f" providerId="ADAL" clId="{61C7E230-516D-4FDD-A5BE-9FBF32BBC99B}" dt="2024-08-14T08:16:32.128" v="378" actId="26606"/>
          <ac:picMkLst>
            <pc:docMk/>
            <pc:sldMk cId="1366365572" sldId="270"/>
            <ac:picMk id="40" creationId="{BC3A7EEF-0C0C-1D5C-3847-DE7419F5D65D}"/>
          </ac:picMkLst>
        </pc:picChg>
      </pc:sldChg>
      <pc:sldChg chg="delSp modSp add mod setBg">
        <pc:chgData name="Tore Ausland" userId="aba57685-d7d9-45f9-a74d-a4b3d109653f" providerId="ADAL" clId="{61C7E230-516D-4FDD-A5BE-9FBF32BBC99B}" dt="2024-08-14T08:42:00.674" v="685" actId="26606"/>
        <pc:sldMkLst>
          <pc:docMk/>
          <pc:sldMk cId="409045571" sldId="272"/>
        </pc:sldMkLst>
        <pc:spChg chg="mod">
          <ac:chgData name="Tore Ausland" userId="aba57685-d7d9-45f9-a74d-a4b3d109653f" providerId="ADAL" clId="{61C7E230-516D-4FDD-A5BE-9FBF32BBC99B}" dt="2024-08-14T08:42:00.674" v="685" actId="26606"/>
          <ac:spMkLst>
            <pc:docMk/>
            <pc:sldMk cId="409045571" sldId="272"/>
            <ac:spMk id="2" creationId="{F88026DC-550B-A781-AA02-8C9C6360D4CE}"/>
          </ac:spMkLst>
        </pc:spChg>
        <pc:spChg chg="del">
          <ac:chgData name="Tore Ausland" userId="aba57685-d7d9-45f9-a74d-a4b3d109653f" providerId="ADAL" clId="{61C7E230-516D-4FDD-A5BE-9FBF32BBC99B}" dt="2024-08-14T08:42:00.674" v="685" actId="26606"/>
          <ac:spMkLst>
            <pc:docMk/>
            <pc:sldMk cId="409045571" sldId="272"/>
            <ac:spMk id="100" creationId="{2B258D2B-6AC3-4B3A-A87C-FD7E6517826E}"/>
          </ac:spMkLst>
        </pc:spChg>
        <pc:spChg chg="del">
          <ac:chgData name="Tore Ausland" userId="aba57685-d7d9-45f9-a74d-a4b3d109653f" providerId="ADAL" clId="{61C7E230-516D-4FDD-A5BE-9FBF32BBC99B}" dt="2024-08-14T08:42:00.674" v="685" actId="26606"/>
          <ac:spMkLst>
            <pc:docMk/>
            <pc:sldMk cId="409045571" sldId="272"/>
            <ac:spMk id="101" creationId="{8D55DD8B-9BF9-4B91-A22D-2D3F2AEFF189}"/>
          </ac:spMkLst>
        </pc:spChg>
        <pc:spChg chg="mod">
          <ac:chgData name="Tore Ausland" userId="aba57685-d7d9-45f9-a74d-a4b3d109653f" providerId="ADAL" clId="{61C7E230-516D-4FDD-A5BE-9FBF32BBC99B}" dt="2024-08-14T08:42:00.674" v="685" actId="26606"/>
          <ac:spMkLst>
            <pc:docMk/>
            <pc:sldMk cId="409045571" sldId="272"/>
            <ac:spMk id="102" creationId="{93523F7B-DC99-782F-D6DC-C49BC5B1C85D}"/>
          </ac:spMkLst>
        </pc:spChg>
        <pc:picChg chg="mod ord">
          <ac:chgData name="Tore Ausland" userId="aba57685-d7d9-45f9-a74d-a4b3d109653f" providerId="ADAL" clId="{61C7E230-516D-4FDD-A5BE-9FBF32BBC99B}" dt="2024-08-14T08:42:00.674" v="685" actId="26606"/>
          <ac:picMkLst>
            <pc:docMk/>
            <pc:sldMk cId="409045571" sldId="272"/>
            <ac:picMk id="40" creationId="{BC3A7EEF-0C0C-1D5C-3847-DE7419F5D65D}"/>
          </ac:picMkLst>
        </pc:picChg>
      </pc:sldChg>
      <pc:sldChg chg="del">
        <pc:chgData name="Tore Ausland" userId="aba57685-d7d9-45f9-a74d-a4b3d109653f" providerId="ADAL" clId="{61C7E230-516D-4FDD-A5BE-9FBF32BBC99B}" dt="2024-08-14T07:44:25.689" v="37" actId="47"/>
        <pc:sldMkLst>
          <pc:docMk/>
          <pc:sldMk cId="2857597368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665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49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24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867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892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0734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07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362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5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600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28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28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 med 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43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n eller Usa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1125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943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42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07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19D2E67-C8D9-42AD-AFD1-750269D089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36D1AE01-C709-9B46-4466-EE6D2C2A3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>
            <a:normAutofit/>
          </a:bodyPr>
          <a:lstStyle/>
          <a:p>
            <a:r>
              <a:rPr lang="nb-NO">
                <a:solidFill>
                  <a:schemeClr val="tx1"/>
                </a:solidFill>
              </a:rPr>
              <a:t>Shareholder meeting FOS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DC468D8-0E82-B54D-B804-21F849388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>
            <a:normAutofit/>
          </a:bodyPr>
          <a:lstStyle/>
          <a:p>
            <a:r>
              <a:rPr lang="nb-NO" dirty="0"/>
              <a:t>14.08.2024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68D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50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04791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D864AE-D826-6024-610A-657AFE58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Agenda iht. aksjons punkter 07.08.2024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A6CE576-10CE-20F5-CC7D-502EAD186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836" y="1905000"/>
            <a:ext cx="3793300" cy="3777622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Status låneavtaler</a:t>
            </a:r>
            <a:endParaRPr lang="nb-NO" sz="12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Potensielt gap og hvordan lukke gap.</a:t>
            </a: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a typeface="Aptos" panose="020B0004020202020204" pitchFamily="34" charset="0"/>
                <a:cs typeface="Times New Roman" panose="02020603050405020304" pitchFamily="18" charset="0"/>
              </a:rPr>
              <a:t>Forbehold innfridd, aksjoner og milepeler.</a:t>
            </a:r>
            <a:endParaRPr lang="nb-NO" sz="12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AOB</a:t>
            </a:r>
            <a:endParaRPr lang="nb-NO" sz="12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698F2387-816B-135D-2785-B20EE9EE7DAF}"/>
              </a:ext>
            </a:extLst>
          </p:cNvPr>
          <p:cNvSpPr txBox="1">
            <a:spLocks/>
          </p:cNvSpPr>
          <p:nvPr/>
        </p:nvSpPr>
        <p:spPr>
          <a:xfrm>
            <a:off x="6531866" y="1905000"/>
            <a:ext cx="37933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dirty="0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89E5420-7310-3BA2-DC1C-4F177A3D8326}"/>
              </a:ext>
            </a:extLst>
          </p:cNvPr>
          <p:cNvSpPr txBox="1"/>
          <p:nvPr/>
        </p:nvSpPr>
        <p:spPr>
          <a:xfrm>
            <a:off x="6531866" y="1905000"/>
            <a:ext cx="3793300" cy="1164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Status of loan agreements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Potential gap and how to close the gap.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Conditions met, actions, and milestones.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AOB</a:t>
            </a:r>
            <a:endParaRPr lang="nb-NO" sz="1200" b="1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69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0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1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3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4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5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6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7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8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49" name="Group 83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2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3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4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5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6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7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8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9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0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1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62" name="Rectangle 97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6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64" name="Rectangle 101">
            <a:extLst>
              <a:ext uri="{FF2B5EF4-FFF2-40B4-BE49-F238E27FC236}">
                <a16:creationId xmlns:a16="http://schemas.microsoft.com/office/drawing/2014/main" id="{CADF4631-3C8F-45EE-8D19-4D3E8426B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5" name="Group 103">
            <a:extLst>
              <a:ext uri="{FF2B5EF4-FFF2-40B4-BE49-F238E27FC236}">
                <a16:creationId xmlns:a16="http://schemas.microsoft.com/office/drawing/2014/main" id="{F291099C-17EE-4E0E-B096-C79975050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66" name="Freeform 11">
              <a:extLst>
                <a:ext uri="{FF2B5EF4-FFF2-40B4-BE49-F238E27FC236}">
                  <a16:creationId xmlns:a16="http://schemas.microsoft.com/office/drawing/2014/main" id="{E21C6221-3E1B-4ABD-8172-FAE995E65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7" name="Freeform 12">
              <a:extLst>
                <a:ext uri="{FF2B5EF4-FFF2-40B4-BE49-F238E27FC236}">
                  <a16:creationId xmlns:a16="http://schemas.microsoft.com/office/drawing/2014/main" id="{D3EF5991-93EA-451F-BB82-1ABC4AC0D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8" name="Freeform 13">
              <a:extLst>
                <a:ext uri="{FF2B5EF4-FFF2-40B4-BE49-F238E27FC236}">
                  <a16:creationId xmlns:a16="http://schemas.microsoft.com/office/drawing/2014/main" id="{136F96F7-16E6-48A1-A211-0B4A4D0C8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9" name="Freeform 14">
              <a:extLst>
                <a:ext uri="{FF2B5EF4-FFF2-40B4-BE49-F238E27FC236}">
                  <a16:creationId xmlns:a16="http://schemas.microsoft.com/office/drawing/2014/main" id="{5C00D000-7FA5-40C4-AB6A-DE3A61AB8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0" name="Freeform 15">
              <a:extLst>
                <a:ext uri="{FF2B5EF4-FFF2-40B4-BE49-F238E27FC236}">
                  <a16:creationId xmlns:a16="http://schemas.microsoft.com/office/drawing/2014/main" id="{5AAEB880-A03D-4743-9060-D7A846FA6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CC64DD68-0B96-4DE9-8FD5-3175E4A3F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2" name="Freeform 17">
              <a:extLst>
                <a:ext uri="{FF2B5EF4-FFF2-40B4-BE49-F238E27FC236}">
                  <a16:creationId xmlns:a16="http://schemas.microsoft.com/office/drawing/2014/main" id="{69118400-C17B-4068-86D3-93CAE7702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3" name="Freeform 18">
              <a:extLst>
                <a:ext uri="{FF2B5EF4-FFF2-40B4-BE49-F238E27FC236}">
                  <a16:creationId xmlns:a16="http://schemas.microsoft.com/office/drawing/2014/main" id="{117FA22F-CBA8-4CF5-B8CC-2D169B67E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4" name="Freeform 19">
              <a:extLst>
                <a:ext uri="{FF2B5EF4-FFF2-40B4-BE49-F238E27FC236}">
                  <a16:creationId xmlns:a16="http://schemas.microsoft.com/office/drawing/2014/main" id="{8FB2D443-8598-4CEE-AED2-BEF49AA95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5" name="Freeform 20">
              <a:extLst>
                <a:ext uri="{FF2B5EF4-FFF2-40B4-BE49-F238E27FC236}">
                  <a16:creationId xmlns:a16="http://schemas.microsoft.com/office/drawing/2014/main" id="{92593E33-68AF-485D-99D0-080CEA197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6" name="Freeform 21">
              <a:extLst>
                <a:ext uri="{FF2B5EF4-FFF2-40B4-BE49-F238E27FC236}">
                  <a16:creationId xmlns:a16="http://schemas.microsoft.com/office/drawing/2014/main" id="{96A28427-575C-4904-AC4B-3DD62801D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7" name="Freeform 22">
              <a:extLst>
                <a:ext uri="{FF2B5EF4-FFF2-40B4-BE49-F238E27FC236}">
                  <a16:creationId xmlns:a16="http://schemas.microsoft.com/office/drawing/2014/main" id="{782FA736-DE89-4D13-B0A7-3906B32CE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4529540"/>
            <a:ext cx="8915399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Status Låneavtaler</a:t>
            </a:r>
            <a:endParaRPr lang="en-US" sz="540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grpSp>
        <p:nvGrpSpPr>
          <p:cNvPr id="178" name="Group 117">
            <a:extLst>
              <a:ext uri="{FF2B5EF4-FFF2-40B4-BE49-F238E27FC236}">
                <a16:creationId xmlns:a16="http://schemas.microsoft.com/office/drawing/2014/main" id="{6A54B62D-FC5C-4E1A-8D8B-279576FE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79" name="Freeform 27">
              <a:extLst>
                <a:ext uri="{FF2B5EF4-FFF2-40B4-BE49-F238E27FC236}">
                  <a16:creationId xmlns:a16="http://schemas.microsoft.com/office/drawing/2014/main" id="{4706D2CB-CE4C-4F40-B189-FD7BB4466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0" name="Freeform 28">
              <a:extLst>
                <a:ext uri="{FF2B5EF4-FFF2-40B4-BE49-F238E27FC236}">
                  <a16:creationId xmlns:a16="http://schemas.microsoft.com/office/drawing/2014/main" id="{2714CF7E-2DF6-4F91-8BB2-D62E8B549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1" name="Freeform 29">
              <a:extLst>
                <a:ext uri="{FF2B5EF4-FFF2-40B4-BE49-F238E27FC236}">
                  <a16:creationId xmlns:a16="http://schemas.microsoft.com/office/drawing/2014/main" id="{F30DCFE1-624D-4D3C-AC61-757C2FF356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2" name="Freeform 30">
              <a:extLst>
                <a:ext uri="{FF2B5EF4-FFF2-40B4-BE49-F238E27FC236}">
                  <a16:creationId xmlns:a16="http://schemas.microsoft.com/office/drawing/2014/main" id="{BF08ABFE-DD31-4F1F-9520-93CC613CD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3" name="Freeform 31">
              <a:extLst>
                <a:ext uri="{FF2B5EF4-FFF2-40B4-BE49-F238E27FC236}">
                  <a16:creationId xmlns:a16="http://schemas.microsoft.com/office/drawing/2014/main" id="{ADFB2DBD-F00A-4820-876F-4E75F216B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4" name="Freeform 32">
              <a:extLst>
                <a:ext uri="{FF2B5EF4-FFF2-40B4-BE49-F238E27FC236}">
                  <a16:creationId xmlns:a16="http://schemas.microsoft.com/office/drawing/2014/main" id="{3F85387B-5668-4570-BC5C-AA89417C7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5" name="Freeform 33">
              <a:extLst>
                <a:ext uri="{FF2B5EF4-FFF2-40B4-BE49-F238E27FC236}">
                  <a16:creationId xmlns:a16="http://schemas.microsoft.com/office/drawing/2014/main" id="{FEA70EF6-623D-453D-8360-1B0C142A2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6" name="Freeform 34">
              <a:extLst>
                <a:ext uri="{FF2B5EF4-FFF2-40B4-BE49-F238E27FC236}">
                  <a16:creationId xmlns:a16="http://schemas.microsoft.com/office/drawing/2014/main" id="{FE3B449C-A5FE-44B9-A01C-A115C37D3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7" name="Freeform 35">
              <a:extLst>
                <a:ext uri="{FF2B5EF4-FFF2-40B4-BE49-F238E27FC236}">
                  <a16:creationId xmlns:a16="http://schemas.microsoft.com/office/drawing/2014/main" id="{BD672E89-DAB4-41AE-891D-6B6A52B0E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8" name="Freeform 36">
              <a:extLst>
                <a:ext uri="{FF2B5EF4-FFF2-40B4-BE49-F238E27FC236}">
                  <a16:creationId xmlns:a16="http://schemas.microsoft.com/office/drawing/2014/main" id="{C69123C3-F0F9-4AA7-BA7B-9E5E0AF27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9" name="Freeform 37">
              <a:extLst>
                <a:ext uri="{FF2B5EF4-FFF2-40B4-BE49-F238E27FC236}">
                  <a16:creationId xmlns:a16="http://schemas.microsoft.com/office/drawing/2014/main" id="{E10779C5-3DD9-489D-9A2D-EF45B7BE3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0" name="Freeform 38">
              <a:extLst>
                <a:ext uri="{FF2B5EF4-FFF2-40B4-BE49-F238E27FC236}">
                  <a16:creationId xmlns:a16="http://schemas.microsoft.com/office/drawing/2014/main" id="{1D3B4B35-2090-4DA8-ADBE-DD888B4E1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91" name="Rectangle 131">
            <a:extLst>
              <a:ext uri="{FF2B5EF4-FFF2-40B4-BE49-F238E27FC236}">
                <a16:creationId xmlns:a16="http://schemas.microsoft.com/office/drawing/2014/main" id="{46FA917F-43A3-4FA3-A085-59D0DC397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92" name="Freeform 33">
            <a:extLst>
              <a:ext uri="{FF2B5EF4-FFF2-40B4-BE49-F238E27FC236}">
                <a16:creationId xmlns:a16="http://schemas.microsoft.com/office/drawing/2014/main" id="{9CBF007B-8C8C-4F79-B037-9F4C61F9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3D8BBD12-8BC0-6D15-BBE6-B33BEEE89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299" y="1114172"/>
            <a:ext cx="7380952" cy="3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52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" name="Picture 15" descr="Hvitt puslespill med én rød brikke">
            <a:extLst>
              <a:ext uri="{FF2B5EF4-FFF2-40B4-BE49-F238E27FC236}">
                <a16:creationId xmlns:a16="http://schemas.microsoft.com/office/drawing/2014/main" id="{BC3A7EEF-0C0C-1D5C-3847-DE7419F5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9" r="18155"/>
          <a:stretch/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01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 lvl="0"/>
            <a:r>
              <a:rPr lang="en-US" sz="3200" b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Potensielt GAP</a:t>
            </a:r>
            <a:endParaRPr lang="nb-NO" sz="3200">
              <a:solidFill>
                <a:srgbClr val="FE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2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pPr marL="0" indent="0">
              <a:buClr>
                <a:srgbClr val="AB2310"/>
              </a:buClr>
              <a:buNone/>
            </a:pP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Perspektiv rundt GAP til å innfri forbehold og hele låneramme.</a:t>
            </a:r>
          </a:p>
          <a:p>
            <a:pPr marL="0" indent="0">
              <a:buClr>
                <a:srgbClr val="AB2310"/>
              </a:buClr>
              <a:buNone/>
            </a:pP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None/>
            </a:pP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for å innfri forbehold: NOK 110 000,-</a:t>
            </a:r>
          </a:p>
          <a:p>
            <a:pPr marL="0" indent="0">
              <a:buClr>
                <a:srgbClr val="AB2310"/>
              </a:buClr>
              <a:buNone/>
            </a:pP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None/>
            </a:pP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for å innfri  låneavtalen: NOK 192 000,-</a:t>
            </a:r>
          </a:p>
          <a:p>
            <a:pPr marL="0" indent="0">
              <a:buClr>
                <a:srgbClr val="AB2310"/>
              </a:buClr>
              <a:buNone/>
            </a:pP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None/>
            </a:pP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6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4790008" cy="1280890"/>
          </a:xfrm>
        </p:spPr>
        <p:txBody>
          <a:bodyPr>
            <a:normAutofit/>
          </a:bodyPr>
          <a:lstStyle/>
          <a:p>
            <a:pPr lvl="0"/>
            <a:r>
              <a:rPr lang="nb-NO" sz="3300" b="1">
                <a:ea typeface="Aptos" panose="020B0004020202020204" pitchFamily="34" charset="0"/>
                <a:cs typeface="Times New Roman" panose="02020603050405020304" pitchFamily="18" charset="0"/>
              </a:rPr>
              <a:t>Forbehold innfridd, aksjoner og milepeler.</a:t>
            </a:r>
            <a:endParaRPr lang="nb-NO" sz="3300" b="1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040467"/>
            <a:ext cx="4802188" cy="3870755"/>
          </a:xfrm>
        </p:spPr>
        <p:txBody>
          <a:bodyPr>
            <a:normAutofit/>
          </a:bodyPr>
          <a:lstStyle/>
          <a:p>
            <a:pPr marL="0" indent="0">
              <a:buClr>
                <a:srgbClr val="AB2310"/>
              </a:buClr>
              <a:buNone/>
            </a:pPr>
            <a:r>
              <a:rPr lang="nb-NO"/>
              <a:t>Signering av låneavtaler hard deadline: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nb-NO"/>
              <a:t>Innbetaling av lån hard deadline: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nb-NO"/>
              <a:t>Betaling av AGA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nb-NO"/>
              <a:t>Betaling av BDO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nb-NO"/>
              <a:t>Sikre at regnskap blir ferdigstilt hos revisor og godkjent hos Foretaksregisteret.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nb-NO"/>
              <a:t>Søke ny «</a:t>
            </a:r>
            <a:r>
              <a:rPr lang="nb-NO" err="1"/>
              <a:t>Certificate</a:t>
            </a:r>
            <a:r>
              <a:rPr lang="nb-NO"/>
              <a:t> </a:t>
            </a:r>
            <a:r>
              <a:rPr lang="nb-NO" err="1"/>
              <a:t>of</a:t>
            </a:r>
            <a:r>
              <a:rPr lang="nb-NO"/>
              <a:t> Good </a:t>
            </a:r>
            <a:r>
              <a:rPr lang="nb-NO" err="1"/>
              <a:t>Standing</a:t>
            </a:r>
            <a:r>
              <a:rPr lang="nb-NO"/>
              <a:t>.</a:t>
            </a:r>
          </a:p>
          <a:p>
            <a:pPr marL="0" indent="0">
              <a:buClr>
                <a:srgbClr val="AB2310"/>
              </a:buClr>
              <a:buNone/>
            </a:pPr>
            <a:endParaRPr lang="nb-NO"/>
          </a:p>
          <a:p>
            <a:pPr marL="0" indent="0">
              <a:buClr>
                <a:srgbClr val="AB2310"/>
              </a:buClr>
              <a:buNone/>
            </a:pPr>
            <a:endParaRPr lang="nb-NO"/>
          </a:p>
          <a:p>
            <a:pPr marL="0" indent="0">
              <a:buClr>
                <a:srgbClr val="AB2310"/>
              </a:buClr>
              <a:buNone/>
            </a:pPr>
            <a:endParaRPr lang="nb-NO"/>
          </a:p>
        </p:txBody>
      </p:sp>
      <p:pic>
        <p:nvPicPr>
          <p:cNvPr id="40" name="Picture 15" descr="Hvitt puslespill med én rød brikke">
            <a:extLst>
              <a:ext uri="{FF2B5EF4-FFF2-40B4-BE49-F238E27FC236}">
                <a16:creationId xmlns:a16="http://schemas.microsoft.com/office/drawing/2014/main" id="{BC3A7EEF-0C0C-1D5C-3847-DE7419F5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25" r="29659" b="-2"/>
          <a:stretch/>
        </p:blipFill>
        <p:spPr>
          <a:xfrm>
            <a:off x="7736146" y="711199"/>
            <a:ext cx="3768466" cy="54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en-US" sz="32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32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3110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2A1117-4695-2604-B675-4CEF2355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597" y="2788555"/>
            <a:ext cx="8911687" cy="1280890"/>
          </a:xfrm>
        </p:spPr>
        <p:txBody>
          <a:bodyPr/>
          <a:lstStyle/>
          <a:p>
            <a:pPr algn="ctr"/>
            <a:r>
              <a:rPr lang="nb-NO" dirty="0"/>
              <a:t>Takk for oppmøte</a:t>
            </a:r>
          </a:p>
        </p:txBody>
      </p:sp>
    </p:spTree>
    <p:extLst>
      <p:ext uri="{BB962C8B-B14F-4D97-AF65-F5344CB8AC3E}">
        <p14:creationId xmlns:p14="http://schemas.microsoft.com/office/powerpoint/2010/main" val="4171451193"/>
      </p:ext>
    </p:extLst>
  </p:cSld>
  <p:clrMapOvr>
    <a:masterClrMapping/>
  </p:clrMapOvr>
</p:sld>
</file>

<file path=ppt/theme/theme1.xml><?xml version="1.0" encoding="utf-8"?>
<a:theme xmlns:a="http://schemas.openxmlformats.org/drawingml/2006/main" name="Tryllestav">
  <a:themeElements>
    <a:clrScheme name="Tryllestav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Tryllestav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yllestav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2332</TotalTime>
  <Words>133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6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7</vt:i4>
      </vt:variant>
    </vt:vector>
  </HeadingPairs>
  <TitlesOfParts>
    <vt:vector size="14" baseType="lpstr">
      <vt:lpstr>Aptos</vt:lpstr>
      <vt:lpstr>Arial</vt:lpstr>
      <vt:lpstr>Century Gothic</vt:lpstr>
      <vt:lpstr>Segoe UI</vt:lpstr>
      <vt:lpstr>Times New Roman</vt:lpstr>
      <vt:lpstr>Wingdings 3</vt:lpstr>
      <vt:lpstr>Tryllestav</vt:lpstr>
      <vt:lpstr>Shareholder meeting FOS</vt:lpstr>
      <vt:lpstr>Agenda iht. aksjons punkter 07.08.2024</vt:lpstr>
      <vt:lpstr>Status Låneavtaler</vt:lpstr>
      <vt:lpstr>Potensielt GAP</vt:lpstr>
      <vt:lpstr>Forbehold innfridd, aksjoner og milepeler.</vt:lpstr>
      <vt:lpstr>AOB</vt:lpstr>
      <vt:lpstr>Takk for oppmøte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Tore Ausland</dc:creator>
  <cp:lastModifiedBy>Tore Ausland</cp:lastModifiedBy>
  <cp:revision>13</cp:revision>
  <dcterms:created xsi:type="dcterms:W3CDTF">2024-06-24T07:04:37Z</dcterms:created>
  <dcterms:modified xsi:type="dcterms:W3CDTF">2024-08-14T08:50:18Z</dcterms:modified>
</cp:coreProperties>
</file>