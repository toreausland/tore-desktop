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ARR Growth Trajectory ($K)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Growth</c:v>
                </c:pt>
              </c:strCache>
            </c:strRef>
          </c:tx>
          <c:spPr>
            <a:solidFill>
              <a:srgbClr val="0066CC"/>
            </a:solidFill>
            <a:ln w="38100" cap="flat">
              <a:solidFill>
                <a:srgbClr val="0066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66CC"/>
              </a:solidFill>
              <a:ln w="9525" cap="flat">
                <a:solidFill>
                  <a:srgbClr val="0066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150</c:v>
                </c:pt>
                <c:pt idx="2">
                  <c:v>220</c:v>
                </c:pt>
                <c:pt idx="3">
                  <c:v>310</c:v>
                </c:pt>
                <c:pt idx="4">
                  <c:v>420</c:v>
                </c:pt>
                <c:pt idx="5">
                  <c:v>500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Projection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2.8</c:v>
                </c:pt>
                <c:pt idx="2">
                  <c:v>8.5</c:v>
                </c:pt>
                <c:pt idx="3">
                  <c:v>22</c:v>
                </c:pt>
                <c:pt idx="4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CloudSync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File Synchronization for Enterprise Teams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- $3M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Teams Struggle with Fragmented File Workflows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waste 2.5 hours per week searching for the right file version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enterprises use 3+ disconnected file systems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 create security risks and compliance gaps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 average annual cost from file-related inefficiencies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2.5hrs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029200" y="2834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employee per week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files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CloudSync: Intelligent File Synchronization for Modern Enterprises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587752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860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with SOC 2 compliance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55848" y="2011680"/>
            <a:ext cx="2587752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28600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5848" y="320040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Sync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538728" y="365760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conflict resolution and version control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54496" y="2011680"/>
            <a:ext cx="2587752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228600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54496" y="320040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37376" y="365760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file sharing across all platforms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 (TAM)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file synchronization market is experiencing rapid growth: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market size: $15 Billion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CAGR: 24% (2024-2030)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87% of enterprises adopting cloud file solutions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Remote work driving 3x growth in file collaboration needs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$15B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029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CAGR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Model with Enterprise Focus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87752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user/month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039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 users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sync &amp; sharing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1TB storage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1828800"/>
            <a:ext cx="2587752" cy="2743200"/>
          </a:xfrm>
          <a:prstGeom prst="rect">
            <a:avLst/>
          </a:prstGeom>
          <a:solidFill>
            <a:srgbClr val="E6F2FF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210312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55848" y="2560320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55848" y="301752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user/month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0168" y="3474720"/>
            <a:ext cx="2039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5TB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1828800"/>
            <a:ext cx="2587752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103120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54496" y="2560320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54496" y="3017520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28816" y="3474720"/>
            <a:ext cx="2039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&amp; SAML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storage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8288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CloudSync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Security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SOC 2 + GDPR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Basic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SOC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Conflict Resolution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Advanced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Basic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Sync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Platforms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Limited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Platforms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Collaboration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Built-in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Add-on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(per user/month)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$12-25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$18-35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$15-30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Technology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 &amp; Security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Distributed architecture with 99.99% uptime SLA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 learning-powered version conflict resolution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Delta sync technology (50% faster than competitors)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Zero-knowledge encryption architecture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Status: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Production-ready platform (v2.0)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iOS, Android, Web, Windows, Mac clients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available for integrations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0" y="1371600"/>
            <a:ext cx="3657600" cy="109728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Faster Sync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0" y="2651760"/>
            <a:ext cx="3657600" cy="109728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Uptime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0" y="3931920"/>
            <a:ext cx="3657600" cy="109728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Security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Validation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paying enterprise customers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ARR achieved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month-over-month growth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6032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44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customer retention rate</a:t>
            </a:r>
            <a:endParaRPr lang="en-US" sz="16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1752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144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 average customer rating</a:t>
            </a:r>
            <a:endParaRPr lang="en-US" sz="16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7472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1440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certified</a:t>
            </a:r>
            <a:endParaRPr lang="en-US" sz="16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029200" y="118872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371600"/>
            <a:ext cx="2743200" cy="109728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9436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2028 Revenue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2651760"/>
            <a:ext cx="2743200" cy="109728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12-18mo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94360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3931920"/>
            <a:ext cx="2743200" cy="109728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8-10x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9436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Exit Multiple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Product Manager at Dropbox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years enterprise SaaS experience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57800" y="1371600"/>
            <a:ext cx="1371600" cy="13716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52578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1772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Rivera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3291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Ex-Google Infrastructure Engineer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years distributed systems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 Details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Structure: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 raising: $3M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Pre-money valuation: $10M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Post-money valuation: $13M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Equity offered: 23%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Engineering &amp; product: 45%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&amp; marketing: 35%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Operations &amp; infrastructure: 20%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E6F2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03520" y="21031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Reach $5M ARR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to 500+ customers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AI-powered features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25-person team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Achieve unit economics for Series 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 in Transforming Enterprise File Collaboration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286000"/>
            <a:ext cx="4572000" cy="1828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651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 $3M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scale to $5M ARR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sarah@cloudsync.io  |  marcus@cloudsync.io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CloudSync - Seed Round Pitch Deck</dc:title>
  <dc:subject>PptxGenJS Presentation</dc:subject>
  <dc:creator>CloudSync Team</dc:creator>
  <cp:lastModifiedBy>CloudSync Team</cp:lastModifiedBy>
  <cp:revision>1</cp:revision>
  <dcterms:created xsi:type="dcterms:W3CDTF">2026-02-08T18:24:46Z</dcterms:created>
  <dcterms:modified xsi:type="dcterms:W3CDTF">2026-02-08T18:24:46Z</dcterms:modified>
</cp:coreProperties>
</file>