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03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0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8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69" autoAdjust="0"/>
    <p:restoredTop sz="94697"/>
  </p:normalViewPr>
  <p:slideViewPr>
    <p:cSldViewPr showGuides="1">
      <p:cViewPr varScale="1">
        <p:scale>
          <a:sx n="108" d="100"/>
          <a:sy n="108" d="100"/>
        </p:scale>
        <p:origin x="1758" y="102"/>
      </p:cViewPr>
      <p:guideLst>
        <p:guide orient="horz" pos="2160"/>
        <p:guide pos="2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2" d="100"/>
          <a:sy n="82" d="100"/>
        </p:scale>
        <p:origin x="-318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DD32C-8C25-0E40-9C93-ECBB047CB1CC}" type="datetime1">
              <a:rPr lang="en-GB" smtClean="0"/>
              <a:t>06/12/2021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7B214-DF1F-4257-81B2-62C40EFEC0C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858000" cy="827584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2" descr="C:\Users\Duncan\Documents\My Dropbox\Cambridge Judge Business School\01 Current projects\Brand toolkit 1 (2013)\Logos\CJBS\UoCJBS-RGB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46" y="8424143"/>
            <a:ext cx="1800000" cy="5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256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79EE8-58D7-A24C-A230-AD1F264C413C}" type="datetime1">
              <a:rPr lang="en-GB" smtClean="0"/>
              <a:t>06/12/2021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BF4C4-BDBD-DF41-AAC0-198EF0DA47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7858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359762" y="332657"/>
            <a:ext cx="4964715" cy="5068019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702469" y="666215"/>
            <a:ext cx="4383682" cy="557876"/>
            <a:chOff x="702469" y="666214"/>
            <a:chExt cx="4383682" cy="557876"/>
          </a:xfrm>
        </p:grpSpPr>
        <p:sp>
          <p:nvSpPr>
            <p:cNvPr id="17" name="TextBox 16"/>
            <p:cNvSpPr txBox="1"/>
            <p:nvPr userDrawn="1"/>
          </p:nvSpPr>
          <p:spPr>
            <a:xfrm>
              <a:off x="702469" y="666214"/>
              <a:ext cx="4383682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Cambridge Judge Business School</a:t>
              </a:r>
            </a:p>
          </p:txBody>
        </p:sp>
        <p:cxnSp>
          <p:nvCxnSpPr>
            <p:cNvPr id="19" name="Straight Connector 18"/>
            <p:cNvCxnSpPr/>
            <p:nvPr userDrawn="1"/>
          </p:nvCxnSpPr>
          <p:spPr>
            <a:xfrm>
              <a:off x="803771" y="1224090"/>
              <a:ext cx="4176464" cy="0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803771" y="978346"/>
              <a:ext cx="4176464" cy="0"/>
            </a:xfrm>
            <a:prstGeom prst="line">
              <a:avLst/>
            </a:prstGeom>
            <a:ln w="22225" cap="rnd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83432" y="1522414"/>
            <a:ext cx="4196804" cy="2193925"/>
          </a:xfrm>
        </p:spPr>
        <p:txBody>
          <a:bodyPr lIns="0">
            <a:normAutofit/>
          </a:bodyPr>
          <a:lstStyle>
            <a:lvl1pPr marL="0" indent="0">
              <a:buNone/>
              <a:defRPr sz="3600">
                <a:latin typeface="Georgia" panose="02040502050405020303" pitchFamily="18" charset="0"/>
              </a:defRPr>
            </a:lvl1pPr>
          </a:lstStyle>
          <a:p>
            <a:pPr lvl="0"/>
            <a:r>
              <a:rPr lang="en-GB" sz="3600" dirty="0">
                <a:latin typeface="Georgia"/>
                <a:cs typeface="Georgia"/>
              </a:rPr>
              <a:t>CLICK TO EDIT TITLE</a:t>
            </a:r>
            <a:endParaRPr lang="en-GB" dirty="0"/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83434" y="4005265"/>
            <a:ext cx="4196803" cy="1151929"/>
          </a:xfrm>
        </p:spPr>
        <p:txBody>
          <a:bodyPr lIns="0">
            <a:normAutofit/>
          </a:bodyPr>
          <a:lstStyle>
            <a:lvl1pPr marL="0" indent="0">
              <a:defRPr sz="1800">
                <a:latin typeface="Georgia" panose="02040502050405020303" pitchFamily="18" charset="0"/>
              </a:defRPr>
            </a:lvl1pPr>
          </a:lstStyle>
          <a:p>
            <a:pPr marL="0" indent="0">
              <a:buNone/>
            </a:pPr>
            <a:r>
              <a:rPr lang="en-GB" sz="1800" dirty="0">
                <a:latin typeface="Georgia" panose="02040502050405020303" pitchFamily="18" charset="0"/>
              </a:rPr>
              <a:t>Click to edit name of presenter, date and venue.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95340" y="980530"/>
            <a:ext cx="4199185" cy="360239"/>
          </a:xfrm>
        </p:spPr>
        <p:txBody>
          <a:bodyPr lIns="0">
            <a:normAutofit/>
          </a:bodyPr>
          <a:lstStyle>
            <a:lvl1pPr marL="0" indent="0">
              <a:buNone/>
              <a:defRPr sz="11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department/</a:t>
            </a:r>
            <a:r>
              <a:rPr lang="en-US" dirty="0" err="1"/>
              <a:t>programme</a:t>
            </a:r>
            <a:r>
              <a:rPr lang="en-US" dirty="0"/>
              <a:t>/event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6763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tyles defi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-27384"/>
            <a:ext cx="9144000" cy="10800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7" name="Picture 2" descr="C:\Users\Duncan\Documents\My Dropbox\Cambridge Judge Business School\01 Current projects\Brand toolkit 1 (2013)\Logos\CJBS\UoCJBS-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06" y="5769463"/>
            <a:ext cx="2321586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5600" y="260351"/>
            <a:ext cx="8372864" cy="491576"/>
          </a:xfrm>
        </p:spPr>
        <p:txBody>
          <a:bodyPr lIns="0">
            <a:norm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slide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378206" y="1268414"/>
            <a:ext cx="8354358" cy="4321175"/>
          </a:xfrm>
        </p:spPr>
        <p:txBody>
          <a:bodyPr lIns="0" r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1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 dirty="0"/>
              <a:t>Heading 1 – Arial | 18 | Bold, Body text – Arial | 18, Heading 2 – Arial | 18 | underlined, Heading 3 – Arial | 14 | underlined | all caps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"/>
            <a:ext cx="9144000" cy="10800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7" name="Picture 2" descr="C:\Users\Duncan\Documents\My Dropbox\Cambridge Judge Business School\01 Current projects\Brand toolkit 1 (2013)\Logos\CJBS\UoCJBS-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06" y="5769463"/>
            <a:ext cx="2321586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0936" y="260648"/>
            <a:ext cx="8377528" cy="576064"/>
          </a:xfrm>
        </p:spPr>
        <p:txBody>
          <a:bodyPr lIns="0">
            <a:norm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slide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378206" y="1268414"/>
            <a:ext cx="8370258" cy="4321175"/>
          </a:xfrm>
        </p:spPr>
        <p:txBody>
          <a:bodyPr lIns="0" r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/>
              <a:t>Click </a:t>
            </a:r>
            <a:r>
              <a:rPr lang="en-US" dirty="0"/>
              <a:t>to add text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339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mal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"/>
            <a:ext cx="9144000" cy="10800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7" name="Picture 2" descr="C:\Users\Duncan\Documents\My Dropbox\Cambridge Judge Business School\01 Current projects\Brand toolkit 1 (2013)\Logos\CJBS\UoCJBS-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039051"/>
            <a:ext cx="1800000" cy="5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7" y="260648"/>
            <a:ext cx="8466789" cy="576064"/>
          </a:xfrm>
        </p:spPr>
        <p:txBody>
          <a:bodyPr lIns="0">
            <a:norm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slide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323850" y="1268414"/>
            <a:ext cx="8496622" cy="4536850"/>
          </a:xfrm>
        </p:spPr>
        <p:txBody>
          <a:bodyPr lIns="0" r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/>
              <a:t>Click </a:t>
            </a:r>
            <a:r>
              <a:rPr lang="en-US" dirty="0"/>
              <a:t>to add text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813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"/>
            <a:ext cx="9144000" cy="10800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2114" y="260351"/>
            <a:ext cx="8356350" cy="576263"/>
          </a:xfrm>
        </p:spPr>
        <p:txBody>
          <a:bodyPr lIns="0">
            <a:norm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slide title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392112" y="1268413"/>
            <a:ext cx="8356351" cy="5040312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edit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0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number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"/>
            <a:ext cx="9144000" cy="10800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7" name="Picture 2" descr="C:\Users\Duncan\Documents\My Dropbox\Cambridge Judge Business School\01 Current projects\Brand toolkit 1 (2013)\Logos\CJBS\UoCJBS-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06" y="5769463"/>
            <a:ext cx="2321586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0936" y="260350"/>
            <a:ext cx="8377528" cy="576362"/>
          </a:xfrm>
        </p:spPr>
        <p:txBody>
          <a:bodyPr lIns="0">
            <a:norm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slide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78206" y="1268414"/>
            <a:ext cx="8370258" cy="4321175"/>
          </a:xfrm>
        </p:spPr>
        <p:txBody>
          <a:bodyPr lIns="0" rIns="0">
            <a:normAutofit/>
          </a:bodyPr>
          <a:lstStyle>
            <a:lvl1pPr marL="342900" indent="-342900">
              <a:buClrTx/>
              <a:buFont typeface="+mj-lt"/>
              <a:buAutoNum type="arabicPeriod"/>
              <a:defRPr sz="1800"/>
            </a:lvl1pPr>
            <a:lvl2pPr marL="800100" indent="-342900">
              <a:buClrTx/>
              <a:buFont typeface="+mj-lt"/>
              <a:buAutoNum type="alphaLcPeriod"/>
              <a:defRPr sz="1800"/>
            </a:lvl2pPr>
            <a:lvl3pPr marL="1314450" indent="-400050">
              <a:buClrTx/>
              <a:buFont typeface="+mj-lt"/>
              <a:buAutoNum type="romanLcPeriod"/>
              <a:defRPr sz="1800"/>
            </a:lvl3pPr>
            <a:lvl4pPr marL="1600200" indent="-228600">
              <a:buFont typeface="Arial" panose="020B0604020202020204" pitchFamily="34" charset="0"/>
              <a:buChar char="•"/>
              <a:defRPr sz="1800"/>
            </a:lvl4pPr>
            <a:lvl5pPr marL="2057400" indent="-228600">
              <a:buFont typeface="Calibri" panose="020F0502020204030204" pitchFamily="34" charset="0"/>
              <a:buChar char="‒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9"/>
          <p:cNvSpPr>
            <a:spLocks noGrp="1"/>
          </p:cNvSpPr>
          <p:nvPr>
            <p:ph type="media" sz="quarter" idx="11" hasCustomPrompt="1"/>
          </p:nvPr>
        </p:nvSpPr>
        <p:spPr>
          <a:xfrm>
            <a:off x="392113" y="260648"/>
            <a:ext cx="8356351" cy="6336704"/>
          </a:xfrm>
        </p:spPr>
        <p:txBody>
          <a:bodyPr l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insert media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546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"/>
            <a:ext cx="9144000" cy="10800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2114" y="260351"/>
            <a:ext cx="8356350" cy="576263"/>
          </a:xfrm>
        </p:spPr>
        <p:txBody>
          <a:bodyPr lIns="0">
            <a:norm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slide title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4641013" y="1341439"/>
            <a:ext cx="4107451" cy="2447925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insert picture</a:t>
            </a:r>
            <a:endParaRPr lang="en-GB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392113" y="3933056"/>
            <a:ext cx="4035871" cy="2447925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insert picture</a:t>
            </a:r>
            <a:endParaRPr lang="en-GB" dirty="0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7" hasCustomPrompt="1"/>
          </p:nvPr>
        </p:nvSpPr>
        <p:spPr>
          <a:xfrm>
            <a:off x="4641013" y="3933056"/>
            <a:ext cx="4107451" cy="2447925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insert picture</a:t>
            </a:r>
            <a:endParaRPr lang="en-GB" dirty="0"/>
          </a:p>
        </p:txBody>
      </p:sp>
      <p:sp>
        <p:nvSpPr>
          <p:cNvPr id="12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392113" y="1340768"/>
            <a:ext cx="4018617" cy="2447925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GB" dirty="0"/>
              <a:t>Click to insert picture. To resize the picture use the bottom right node of this placeholder.</a:t>
            </a:r>
          </a:p>
        </p:txBody>
      </p:sp>
    </p:spTree>
    <p:extLst>
      <p:ext uri="{BB962C8B-B14F-4D97-AF65-F5344CB8AC3E}">
        <p14:creationId xmlns:p14="http://schemas.microsoft.com/office/powerpoint/2010/main" val="1478149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"/>
            <a:ext cx="9144000" cy="10800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2114" y="260351"/>
            <a:ext cx="8356350" cy="576263"/>
          </a:xfrm>
        </p:spPr>
        <p:txBody>
          <a:bodyPr lIns="0">
            <a:norm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slide title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644776" y="1341439"/>
            <a:ext cx="4103688" cy="4967287"/>
          </a:xfrm>
        </p:spPr>
        <p:txBody>
          <a:bodyPr lIns="0" rIns="0"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insert text</a:t>
            </a:r>
          </a:p>
          <a:p>
            <a:r>
              <a:rPr lang="en-GB" dirty="0"/>
              <a:t>To resize the text box use one of the left nodes of this placeholder.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395536" y="1341439"/>
            <a:ext cx="3960440" cy="4967287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GB" dirty="0"/>
              <a:t>Click to insert picture</a:t>
            </a:r>
          </a:p>
          <a:p>
            <a:r>
              <a:rPr lang="en-GB" dirty="0"/>
              <a:t>To resize the picture use one of the right nodes of this placeholder.</a:t>
            </a:r>
          </a:p>
        </p:txBody>
      </p:sp>
    </p:spTree>
    <p:extLst>
      <p:ext uri="{BB962C8B-B14F-4D97-AF65-F5344CB8AC3E}">
        <p14:creationId xmlns:p14="http://schemas.microsoft.com/office/powerpoint/2010/main" val="49300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/graph/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"/>
            <a:ext cx="9144000" cy="10800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8188" y="260351"/>
            <a:ext cx="8360275" cy="576263"/>
          </a:xfrm>
        </p:spPr>
        <p:txBody>
          <a:bodyPr lIns="0">
            <a:norm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slide title</a:t>
            </a:r>
            <a:endParaRPr lang="en-GB" dirty="0"/>
          </a:p>
        </p:txBody>
      </p:sp>
      <p:pic>
        <p:nvPicPr>
          <p:cNvPr id="10" name="Picture 2" descr="C:\Users\Duncan\Documents\My Dropbox\Cambridge Judge Business School\01 Current projects\Brand toolkit 1 (2013)\Logos\CJBS\UoCJBS-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06" y="5769463"/>
            <a:ext cx="2321586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395537" y="1268414"/>
            <a:ext cx="8352928" cy="4321175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GB" dirty="0"/>
              <a:t>Click to insert chart/graph</a:t>
            </a:r>
          </a:p>
        </p:txBody>
      </p:sp>
    </p:spTree>
    <p:extLst>
      <p:ext uri="{BB962C8B-B14F-4D97-AF65-F5344CB8AC3E}">
        <p14:creationId xmlns:p14="http://schemas.microsoft.com/office/powerpoint/2010/main" val="131584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"/>
            <a:ext cx="9144000" cy="10800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2114" y="260351"/>
            <a:ext cx="8356350" cy="576263"/>
          </a:xfrm>
        </p:spPr>
        <p:txBody>
          <a:bodyPr lIns="0">
            <a:norm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slide title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95536" y="1341439"/>
            <a:ext cx="8352928" cy="4967287"/>
          </a:xfrm>
        </p:spPr>
        <p:txBody>
          <a:bodyPr lIns="0" rIns="0">
            <a:normAutofit/>
          </a:bodyPr>
          <a:lstStyle>
            <a:lvl1pPr marL="0" indent="0">
              <a:buNone/>
              <a:defRPr sz="3600" b="1">
                <a:solidFill>
                  <a:schemeClr val="tx2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“CLICK TO INSERT QUOTATION”</a:t>
            </a:r>
          </a:p>
        </p:txBody>
      </p:sp>
    </p:spTree>
    <p:extLst>
      <p:ext uri="{BB962C8B-B14F-4D97-AF65-F5344CB8AC3E}">
        <p14:creationId xmlns:p14="http://schemas.microsoft.com/office/powerpoint/2010/main" val="110099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ol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95536" y="548682"/>
            <a:ext cx="8352928" cy="4967287"/>
          </a:xfrm>
        </p:spPr>
        <p:txBody>
          <a:bodyPr lIns="0" rIns="0">
            <a:normAutofit/>
          </a:bodyPr>
          <a:lstStyle>
            <a:lvl1pPr marL="0" indent="0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insert bold text</a:t>
            </a:r>
          </a:p>
        </p:txBody>
      </p:sp>
      <p:pic>
        <p:nvPicPr>
          <p:cNvPr id="6" name="Picture 2" descr="C:\Users\Duncan\Documents\My Dropbox\Cambridge Judge Business School\01 Current projects\Brand toolkit 1 (2013)\Logos\CJBS\UoCJBS-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06" y="5769463"/>
            <a:ext cx="2321586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050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lar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Duncan\Documents\My Dropbox\Cambridge Judge Business School\01 Current projects\Brand toolkit 1 (2013)\Logos\CJBS\UoCJBS-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06" y="5769463"/>
            <a:ext cx="2321586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378206" y="476672"/>
            <a:ext cx="8370258" cy="5112917"/>
          </a:xfrm>
        </p:spPr>
        <p:txBody>
          <a:bodyPr lIns="0" r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418905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smal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Duncan\Documents\My Dropbox\Cambridge Judge Business School\01 Current projects\Brand toolkit 1 (2013)\Logos\CJBS\UoCJBS-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28" y="6021288"/>
            <a:ext cx="1800000" cy="5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323850" y="476672"/>
            <a:ext cx="8496622" cy="5328592"/>
          </a:xfrm>
        </p:spPr>
        <p:txBody>
          <a:bodyPr lIns="0" r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810447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C:\Users\Duncan\Documents\My Dropbox\Cambridge Judge Business School\01 Current projects\Brand toolkit 1 (2013)\Logos\CJBS\UoCJBS-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033689"/>
            <a:ext cx="4962902" cy="1539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051720" y="5229200"/>
            <a:ext cx="4962902" cy="107947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your contact details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965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F63D7-A28F-4BC2-80AA-2E00CB70BBD7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635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3" r:id="rId2"/>
    <p:sldLayoutId id="2147483676" r:id="rId3"/>
    <p:sldLayoutId id="2147483677" r:id="rId4"/>
    <p:sldLayoutId id="2147483664" r:id="rId5"/>
    <p:sldLayoutId id="2147483668" r:id="rId6"/>
    <p:sldLayoutId id="2147483665" r:id="rId7"/>
    <p:sldLayoutId id="2147483666" r:id="rId8"/>
    <p:sldLayoutId id="2147483671" r:id="rId9"/>
    <p:sldLayoutId id="2147483678" r:id="rId10"/>
    <p:sldLayoutId id="2147483672" r:id="rId11"/>
    <p:sldLayoutId id="2147483673" r:id="rId12"/>
    <p:sldLayoutId id="2147483674" r:id="rId13"/>
    <p:sldLayoutId id="2147483675" r:id="rId14"/>
    <p:sldLayoutId id="2147483662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dirty="0"/>
              <a:t>A wind farm project: determine the Cash Flows (CFADS)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641013" y="1341439"/>
            <a:ext cx="4107451" cy="5039889"/>
          </a:xfrm>
          <a:ln w="25400">
            <a:solidFill>
              <a:schemeClr val="bg2"/>
            </a:solidFill>
          </a:ln>
        </p:spPr>
        <p:txBody>
          <a:bodyPr>
            <a:normAutofit/>
          </a:bodyPr>
          <a:lstStyle/>
          <a:p>
            <a:r>
              <a:rPr lang="en-GB" sz="1600" b="1" dirty="0"/>
              <a:t>Financial data: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Debt Tranche 1: bullet loan, 10%, maturity 3 years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Debt Tranche 2: as a substitute to Tranche 1, it covers both interest and principal to be paid at maturity. No recourse debt, 5%, straight line repayment over 12 years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Equity funding: 30% of total CapEx (€6m year 0)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Dividend policy: no dividends paid before year 6 (</a:t>
            </a:r>
            <a:r>
              <a:rPr lang="en-GB" sz="1600" i="1" dirty="0"/>
              <a:t>first payment taking place year 7</a:t>
            </a:r>
            <a:r>
              <a:rPr lang="en-GB" sz="1600" dirty="0"/>
              <a:t>)</a:t>
            </a:r>
          </a:p>
          <a:p>
            <a:pPr marL="1085850" lvl="1" indent="-342900">
              <a:buFont typeface="Courier New"/>
              <a:buChar char="o"/>
            </a:pPr>
            <a:r>
              <a:rPr lang="en-GB" sz="1600" dirty="0"/>
              <a:t>From year 7 to 11: 30% of net income of previous year</a:t>
            </a:r>
          </a:p>
          <a:p>
            <a:pPr marL="1085850" lvl="1" indent="-342900">
              <a:buFont typeface="Courier New"/>
              <a:buChar char="o"/>
            </a:pPr>
            <a:r>
              <a:rPr lang="en-GB" sz="1600" dirty="0"/>
              <a:t>From year 12 onwards: 60% of net income of previous year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92113" y="1340768"/>
            <a:ext cx="4018617" cy="5040560"/>
          </a:xfrm>
          <a:ln w="25400">
            <a:solidFill>
              <a:schemeClr val="bg2"/>
            </a:solidFill>
          </a:ln>
        </p:spPr>
        <p:txBody>
          <a:bodyPr>
            <a:normAutofit/>
          </a:bodyPr>
          <a:lstStyle/>
          <a:p>
            <a:r>
              <a:rPr lang="en-GB" sz="1600" b="1" dirty="0"/>
              <a:t>Technical &amp; Operating data: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Capacity: 20MW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Capacity factor: 50%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Expected production: 88GWH (20MW * 50% * 365 * 24)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CO</a:t>
            </a:r>
            <a:r>
              <a:rPr lang="en-GB" sz="1600" baseline="-25000" dirty="0"/>
              <a:t>2</a:t>
            </a:r>
            <a:r>
              <a:rPr lang="en-GB" sz="1600" dirty="0"/>
              <a:t> savings: 0.8 tons per MWH (reference to estimate allocation of Emissions Rights each year)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Electricity price: €30/MWH (expected to increase by 1.5% each year)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Carbon price: €5/ton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EBITDA as a % of sales: 82%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Working capital needs: 20 days of sales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Capital expenditure: Total €20m (year 0: €6m; year 1: €14m)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Depreciation: straight line over 15 years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/>
              <a:t>Tax rate: 25% (proceeds from emissions rights are not taxed)</a:t>
            </a:r>
          </a:p>
        </p:txBody>
      </p:sp>
    </p:spTree>
    <p:extLst>
      <p:ext uri="{BB962C8B-B14F-4D97-AF65-F5344CB8AC3E}">
        <p14:creationId xmlns:p14="http://schemas.microsoft.com/office/powerpoint/2010/main" val="408993211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template_normal">
  <a:themeElements>
    <a:clrScheme name="CJBS colours">
      <a:dk1>
        <a:srgbClr val="000000"/>
      </a:dk1>
      <a:lt1>
        <a:sysClr val="window" lastClr="FFFFFF"/>
      </a:lt1>
      <a:dk2>
        <a:srgbClr val="9E2316"/>
      </a:dk2>
      <a:lt2>
        <a:srgbClr val="FFB81C"/>
      </a:lt2>
      <a:accent1>
        <a:srgbClr val="FFB81C"/>
      </a:accent1>
      <a:accent2>
        <a:srgbClr val="50B848"/>
      </a:accent2>
      <a:accent3>
        <a:srgbClr val="0054A6"/>
      </a:accent3>
      <a:accent4>
        <a:srgbClr val="9D3F97"/>
      </a:accent4>
      <a:accent5>
        <a:srgbClr val="9E2316"/>
      </a:accent5>
      <a:accent6>
        <a:srgbClr val="C00000"/>
      </a:accent6>
      <a:hlink>
        <a:srgbClr val="0054A6"/>
      </a:hlink>
      <a:folHlink>
        <a:srgbClr val="9D3F97"/>
      </a:folHlink>
    </a:clrScheme>
    <a:fontScheme name="Visual Rollout 20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905</TotalTime>
  <Words>246</Words>
  <Application>Microsoft Office PowerPoint</Application>
  <PresentationFormat>Skjermfremvisning 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6" baseType="lpstr">
      <vt:lpstr>Arial</vt:lpstr>
      <vt:lpstr>Calibri</vt:lpstr>
      <vt:lpstr>Courier New</vt:lpstr>
      <vt:lpstr>Georgia</vt:lpstr>
      <vt:lpstr>PowerPoint template_normal</vt:lpstr>
      <vt:lpstr>PowerPoint-presentasjon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Hritu Patel</dc:creator>
  <cp:lastModifiedBy>Tore Ausland</cp:lastModifiedBy>
  <cp:revision>94</cp:revision>
  <dcterms:created xsi:type="dcterms:W3CDTF">2013-12-20T13:25:16Z</dcterms:created>
  <dcterms:modified xsi:type="dcterms:W3CDTF">2021-12-06T10:06:51Z</dcterms:modified>
</cp:coreProperties>
</file>