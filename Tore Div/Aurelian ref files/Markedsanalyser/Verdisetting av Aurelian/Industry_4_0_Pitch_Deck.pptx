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Industry 4.0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95ED"/>
                </a:solidFill>
              </a:defRPr>
            </a:pPr>
            <a:r>
              <a:t>Smart Manufacturing for the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What is Industry 4.0?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003366"/>
                </a:solidFill>
              </a:defRPr>
            </a:pPr>
            <a:r>
              <a:t>Integration of IoT devices and sensors</a:t>
            </a:r>
          </a:p>
          <a:p>
            <a:pPr>
              <a:spcBef>
                <a:spcPts val="1200"/>
              </a:spcBef>
              <a:defRPr sz="2400">
                <a:solidFill>
                  <a:srgbClr val="003366"/>
                </a:solidFill>
              </a:defRPr>
            </a:pPr>
            <a:r>
              <a:t>Real-time data collection and analysis</a:t>
            </a:r>
          </a:p>
          <a:p>
            <a:pPr>
              <a:spcBef>
                <a:spcPts val="1200"/>
              </a:spcBef>
              <a:defRPr sz="2400">
                <a:solidFill>
                  <a:srgbClr val="003366"/>
                </a:solidFill>
              </a:defRPr>
            </a:pPr>
            <a:r>
              <a:t>Automated decision-making systems</a:t>
            </a:r>
          </a:p>
          <a:p>
            <a:pPr>
              <a:spcBef>
                <a:spcPts val="1200"/>
              </a:spcBef>
              <a:defRPr sz="2400">
                <a:solidFill>
                  <a:srgbClr val="003366"/>
                </a:solidFill>
              </a:defRPr>
            </a:pPr>
            <a:r>
              <a:t>Cloud-based manufacturing processes</a:t>
            </a:r>
          </a:p>
          <a:p>
            <a:pPr>
              <a:spcBef>
                <a:spcPts val="1200"/>
              </a:spcBef>
              <a:defRPr sz="2400">
                <a:solidFill>
                  <a:srgbClr val="003366"/>
                </a:solidFill>
              </a:defRPr>
            </a:pPr>
            <a:r>
              <a:t>Enhanced efficiency and reduced waste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Increase output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Reduce downtime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Optimize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Fewer defects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Consistency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Better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Lower energy use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Reduce waste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Eco-friendly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Implementation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solidFill>
            <a:srgbClr val="6495ED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37360" y="16459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3366"/>
                </a:solidFill>
              </a:defRPr>
            </a:pPr>
            <a:r>
              <a:t>Assessment &amp;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solidFill>
            <a:srgbClr val="6495ED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063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3366"/>
                </a:solidFill>
              </a:defRPr>
            </a:pPr>
            <a:r>
              <a:t>Infrastructure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solidFill>
            <a:srgbClr val="6495ED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3840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160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3366"/>
                </a:solidFill>
              </a:defRPr>
            </a:pPr>
            <a:r>
              <a:t>Integration &amp;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solidFill>
            <a:srgbClr val="6495ED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4937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Phase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257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3366"/>
                </a:solidFill>
              </a:defRPr>
            </a:pPr>
            <a:r>
              <a:t>Full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High initial costs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Cybersecurity risks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Skill gaps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Legacy 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Phased investment approach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Robust security protocols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Training &amp; upskilling</a:t>
            </a:r>
          </a:p>
          <a:p>
            <a:pPr>
              <a:spcBef>
                <a:spcPts val="800"/>
              </a:spcBef>
              <a:defRPr sz="1600">
                <a:solidFill>
                  <a:srgbClr val="003366"/>
                </a:solidFill>
              </a:defRPr>
            </a:pPr>
            <a:r>
              <a:t>• Middleware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Industry 4.0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Manufacturing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95ED"/>
                </a:solidFill>
              </a:defRPr>
            </a:pPr>
            <a:r>
              <a:t>✓ 35% increase in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Tech Solutions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95ED"/>
                </a:solidFill>
              </a:defRPr>
            </a:pPr>
            <a:r>
              <a:t>✓ 50% reduction in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Smart Factory LLC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95ED"/>
                </a:solidFill>
              </a:defRPr>
            </a:pPr>
            <a:r>
              <a:t>✓ 40% energy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Future 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6600"/>
                </a:solidFill>
              </a:defRPr>
            </a:pPr>
            <a:r>
              <a:t>◆ AI and Machine Learning integration</a:t>
            </a:r>
          </a:p>
          <a:p>
            <a:pPr>
              <a:spcBef>
                <a:spcPts val="1200"/>
              </a:spcBef>
              <a:defRPr sz="2200">
                <a:solidFill>
                  <a:srgbClr val="FF6600"/>
                </a:solidFill>
              </a:defRPr>
            </a:pPr>
            <a:r>
              <a:t>◆ Autonomous systems management</a:t>
            </a:r>
          </a:p>
          <a:p>
            <a:pPr>
              <a:spcBef>
                <a:spcPts val="1200"/>
              </a:spcBef>
              <a:defRPr sz="2200">
                <a:solidFill>
                  <a:srgbClr val="FF6600"/>
                </a:solidFill>
              </a:defRPr>
            </a:pPr>
            <a:r>
              <a:t>◆ Advanced predictive analytics</a:t>
            </a:r>
          </a:p>
          <a:p>
            <a:pPr>
              <a:spcBef>
                <a:spcPts val="1200"/>
              </a:spcBef>
              <a:defRPr sz="2200">
                <a:solidFill>
                  <a:srgbClr val="FF6600"/>
                </a:solidFill>
              </a:defRPr>
            </a:pPr>
            <a:r>
              <a:t>◆ Fully connected global supply chains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Transform Your Business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Join thousands of manufacturers leveraging Industry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95ED"/>
                </a:solidFill>
              </a:defRPr>
            </a:pPr>
            <a:r>
              <a:t>Contact us: info@industry40.com | www.industry40.com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</Words>
  <Application>Microsoft Office PowerPoint</Application>
  <PresentationFormat>Skjermfremvisning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</cp:revision>
  <dcterms:created xsi:type="dcterms:W3CDTF">2013-01-27T09:14:16Z</dcterms:created>
  <dcterms:modified xsi:type="dcterms:W3CDTF">2026-02-07T12:31:34Z</dcterms:modified>
  <cp:category/>
</cp:coreProperties>
</file>