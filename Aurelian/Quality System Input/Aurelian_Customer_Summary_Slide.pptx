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200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B6B6B"/>
                </a:solidFill>
                <a:latin typeface="Calibri"/>
              </a:defRPr>
            </a:pPr>
            <a:r>
              <a:t>AURELIAN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Your Product. Our Digital Thread.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904" y="1691640"/>
            <a:ext cx="1828800" cy="36576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B6B6B"/>
                </a:solidFill>
                <a:latin typeface="Calibri"/>
              </a:defRPr>
            </a:pPr>
            <a:r>
              <a:t>Every part ships with a complete, digitally assembled Manufacturing Record Book —</a:t>
            </a:r>
            <a:br/>
            <a:r>
              <a:t>from raw material certificate to final inspection. Defence and Energy grade.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5860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180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Material → Process → Inspection → Shipment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Real-time document assembly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Customer-specific SDRL compliance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AS9102 FAIR, EN 10204, NORSOK M-630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5052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5-LAYER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9372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Existence → Format → Completeness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→ Compliance → Traceability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Automated Material Gate (5-point cert check)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Zero manual transcription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4243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3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CYBER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8563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3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Encryption at rest and in transit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 data isolation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Role-based access (6 levels + MFA)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ITAR/EAR physical data separation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4815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03436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30+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5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7755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06255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Defence-grade document archival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RPO &lt; 24h  •  RTO &lt; 4h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Annual integrity audit (SHA-256)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Technology migration plan built 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77840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</p:spPr>
        <p:txBody>
          <a:bodyPr wrap="square" tIns="101600" bIns="1016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DEFENCE  </a:t>
            </a:r>
            <a:r>
              <a:rPr sz="1100" b="0">
                <a:solidFill>
                  <a:srgbClr val="FFFFFF"/>
                </a:solidFill>
                <a:latin typeface="Calibri"/>
              </a:rPr>
              <a:t>AS9100 • AQAP 2110 • NADCAP • AS9102</a:t>
            </a:r>
            <a:r>
              <a:rPr sz="1300" b="0">
                <a:solidFill>
                  <a:srgbClr val="FFFFFF"/>
                </a:solidFill>
                <a:latin typeface="Calibri"/>
              </a:rPr>
              <a:t>      │      </a:t>
            </a:r>
            <a:r>
              <a:rPr sz="1300" b="1">
                <a:solidFill>
                  <a:srgbClr val="FFFFFF"/>
                </a:solidFill>
                <a:latin typeface="Calibri"/>
              </a:rPr>
              <a:t>ENERGY &amp; MARITIME  </a:t>
            </a:r>
            <a:r>
              <a:rPr sz="1100" b="0">
                <a:solidFill>
                  <a:srgbClr val="FFFFFF"/>
                </a:solidFill>
                <a:latin typeface="Calibri"/>
              </a:rPr>
              <a:t>NORSOK M-630 • M-650 • API • DNV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aurelian.no  •  Valer, Norway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